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3.xml" ContentType="application/vnd.openxmlformats-officedocument.themeOverride+xml"/>
  <Override PartName="/ppt/ink/ink1.xml" ContentType="application/inkml+xml"/>
  <Override PartName="/ppt/ink/ink2.xml" ContentType="application/inkml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08" r:id="rId2"/>
  </p:sldMasterIdLst>
  <p:notesMasterIdLst>
    <p:notesMasterId r:id="rId10"/>
  </p:notesMasterIdLst>
  <p:sldIdLst>
    <p:sldId id="293" r:id="rId3"/>
    <p:sldId id="268" r:id="rId4"/>
    <p:sldId id="356" r:id="rId5"/>
    <p:sldId id="279" r:id="rId6"/>
    <p:sldId id="350" r:id="rId7"/>
    <p:sldId id="347" r:id="rId8"/>
    <p:sldId id="349" r:id="rId9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4095"/>
    <a:srgbClr val="BDFFF2"/>
    <a:srgbClr val="00FFCC"/>
    <a:srgbClr val="760000"/>
    <a:srgbClr val="3333FF"/>
    <a:srgbClr val="076943"/>
    <a:srgbClr val="FF6600"/>
    <a:srgbClr val="FF2525"/>
    <a:srgbClr val="A2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89" autoAdjust="0"/>
    <p:restoredTop sz="94438" autoAdjust="0"/>
  </p:normalViewPr>
  <p:slideViewPr>
    <p:cSldViewPr>
      <p:cViewPr varScale="1">
        <p:scale>
          <a:sx n="80" d="100"/>
          <a:sy n="80" d="100"/>
        </p:scale>
        <p:origin x="34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2-03-27T17:04:44.96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1" timeString="2022-03-27T17:07:57.776"/>
    </inkml:context>
  </inkml:definitions>
  <inkml:trace contextRef="#ctx0" brushRef="#br0">2999 1429 0</inkml:trace>
  <inkml:trace contextRef="#ctx0" brushRef="#br0" timeOffset="838.64">2999 1429 0</inkml:trace>
  <inkml:trace contextRef="#ctx1" brushRef="#br0">30028 12831 272 0,'5'-2'324'0,"-4"1"-32"0,2 1-43 15,1 0-50-15,-3 0-72 0,4 0-74 0,-5 0-67 16,1 1-58-16,1 1-50 0,-2 1-44 0,0-2-30 16,0 1-13-16,0-2-1 0,0 0 13 0,0 0 31 15,0 0 43-15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2-03-27T17:04:44.96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1" timeString="2022-03-27T17:07:57.776"/>
    </inkml:context>
  </inkml:definitions>
  <inkml:trace contextRef="#ctx0" brushRef="#br0">2999 1429 0</inkml:trace>
  <inkml:trace contextRef="#ctx0" brushRef="#br0" timeOffset="838.64">2999 1429 0</inkml:trace>
  <inkml:trace contextRef="#ctx1" brushRef="#br0">30028 12831 272 0,'5'-2'324'0,"-4"1"-32"0,2 1-43 15,1 0-50-15,-3 0-72 0,4 0-74 0,-5 0-67 16,1 1-58-16,1 1-50 0,-2 1-44 0,0-2-30 16,0 1-13-16,0-2-1 0,0 0 13 0,0 0 31 15,0 0 43-15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F913C-6DC1-498B-B4AF-1EE401899E78}" type="datetimeFigureOut">
              <a:rPr lang="es-PE" smtClean="0"/>
              <a:t>7/03/2026</a:t>
            </a:fld>
            <a:endParaRPr lang="es-PE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A534A1-8476-41A2-91CF-C1490994F5C0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21776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534A1-8476-41A2-91CF-C1490994F5C0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P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9581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B52760-BDAD-4B6F-AFF6-C7BD879231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44D09F-9455-4952-ADEF-98DD0BFE4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652AA8-FA57-4DD1-B256-BC0E2C293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F2387-54D2-4125-918A-FAC94C2EA4F1}" type="datetimeFigureOut">
              <a:rPr lang="es-PE" smtClean="0"/>
              <a:t>7/03/2026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C732E9-0F7D-4491-BD3E-BF78A1983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608DF0-F5F6-4BDC-9CE8-D10221738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06F0-3DA7-4A47-B27C-A0DBDB423F2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47781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23EB75-EE2D-4AC8-9CD8-787093928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4F8D9B-165C-4616-AF2A-2DCA8DE02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9F0644-4684-4976-A6BE-EF0344230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F2387-54D2-4125-918A-FAC94C2EA4F1}" type="datetimeFigureOut">
              <a:rPr lang="es-PE" smtClean="0"/>
              <a:t>7/03/2026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75EE0A-20D7-4F34-A0FF-C0B78C424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AA507B-2CF9-48F6-B88D-555A2C1A6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06F0-3DA7-4A47-B27C-A0DBDB423F2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65547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628E17-74A4-45F7-B51F-7D2A61F1C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707308-69EA-4EB8-A8A7-31A723C06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7C6DC0-ACDA-44A2-86E0-52A842706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F2387-54D2-4125-918A-FAC94C2EA4F1}" type="datetimeFigureOut">
              <a:rPr lang="es-PE" smtClean="0"/>
              <a:t>7/03/2026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DE9608-68F0-41E3-8D93-52B947E53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B9E26E-9763-4AA1-8712-EF7623531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06F0-3DA7-4A47-B27C-A0DBDB423F2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02110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AB92D-051B-4E52-83A3-420232C93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CA9A35-707F-4AF0-9E67-A89E37F6E7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A198DBD-40F4-45FB-8A00-842DD113E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6775B0D-9DD1-44B8-BB5B-8BBF67894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F2387-54D2-4125-918A-FAC94C2EA4F1}" type="datetimeFigureOut">
              <a:rPr lang="es-PE" smtClean="0"/>
              <a:t>7/03/2026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4EF621-5230-4708-8761-6F36039CB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75E9AC-F183-4435-8382-CBCE2469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06F0-3DA7-4A47-B27C-A0DBDB423F2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7120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2918EC-1D5C-47EA-AA91-89A67A31C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E53F7C-AC17-4F78-8DC6-59BA0D595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FF274FF-E199-4BF1-A5AC-1A18B8D98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2844538-984C-4874-9D9A-106D2F9DCA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910E03A-C4B5-4557-BB8C-45D83F837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BF7EAE7-EC56-4DDD-AA1B-EDE36AB29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F2387-54D2-4125-918A-FAC94C2EA4F1}" type="datetimeFigureOut">
              <a:rPr lang="es-PE" smtClean="0"/>
              <a:t>7/03/2026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82F7931-53F4-421B-B2C6-04F58DA26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A92A4BF-06CF-4CE8-A842-5667D245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06F0-3DA7-4A47-B27C-A0DBDB423F2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4910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56383-B37B-421E-ACD0-979F8AFCC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BC94CD7-DF28-47CF-BF02-31C099C56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F2387-54D2-4125-918A-FAC94C2EA4F1}" type="datetimeFigureOut">
              <a:rPr lang="es-PE" smtClean="0"/>
              <a:t>7/03/2026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E94E57-4EA5-43BA-865C-3F7D563BE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AB86803-77C0-400D-A42A-0A7A011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06F0-3DA7-4A47-B27C-A0DBDB423F2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22519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A4E5B01-98F6-4F48-977B-1ED9D2083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F2387-54D2-4125-918A-FAC94C2EA4F1}" type="datetimeFigureOut">
              <a:rPr lang="es-PE" smtClean="0"/>
              <a:t>7/03/2026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AAEC830-6E91-4D00-9707-2899052B0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366D376-F4AC-4D08-9551-010AA060F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06F0-3DA7-4A47-B27C-A0DBDB423F2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14556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9A89D-412E-46BC-AC50-67357CE87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28A287-F4AD-4355-BC86-9D232C660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80DFF8-689F-447A-91FC-E193DA4F0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044EF0-9427-47F7-81D4-110C953AA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F2387-54D2-4125-918A-FAC94C2EA4F1}" type="datetimeFigureOut">
              <a:rPr lang="es-PE" smtClean="0"/>
              <a:t>7/03/2026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A17318-5C96-4C1D-ABA1-C2B232911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FEF40AA-DC3A-4E26-A9CB-41ED7DC59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06F0-3DA7-4A47-B27C-A0DBDB423F2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6516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2D4D33-5894-45E5-9C8B-077768ED1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2C7669A-4339-4705-8E72-537EF43BE2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64E91AF-6958-4179-AA73-8F87818CC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652984-2CDC-4768-A9C1-CC06CCA6F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F2387-54D2-4125-918A-FAC94C2EA4F1}" type="datetimeFigureOut">
              <a:rPr lang="es-PE" smtClean="0"/>
              <a:t>7/03/2026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D20DD26-7651-47A6-8D9F-D49B6493E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D15A6C-17F8-45D4-9FB5-C269DD2C8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06F0-3DA7-4A47-B27C-A0DBDB423F2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69579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0EAD64-6B83-44F2-8C37-FA49C7EB8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3690F35-BAF8-4105-8BDA-A644020FD4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19A9F5-53B5-4A13-8F1E-7CE6D211F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F2387-54D2-4125-918A-FAC94C2EA4F1}" type="datetimeFigureOut">
              <a:rPr lang="es-PE" smtClean="0"/>
              <a:t>7/03/2026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C9C633-2BA8-4BCB-8AC2-2B1A00BA7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62AE39-960C-4C45-AC7C-8EF93501E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06F0-3DA7-4A47-B27C-A0DBDB423F2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92029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A0C73F5-373C-4758-9757-3EDFB92D5C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9C7691-10EA-4A5F-BBE8-E940F6705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A25270-9652-474E-9569-4A7413687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F2387-54D2-4125-918A-FAC94C2EA4F1}" type="datetimeFigureOut">
              <a:rPr lang="es-PE" smtClean="0"/>
              <a:t>7/03/2026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1C080B-3715-419C-9B11-8B9033F73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F323FD-F54A-422F-87EC-AB064F2A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06F0-3DA7-4A47-B27C-A0DBDB423F2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20731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6632D-BC39-4D9E-A6AA-6A0F24788AC2}" type="datetimeFigureOut">
              <a:rPr lang="es-PE" smtClean="0"/>
              <a:pPr/>
              <a:t>7/03/2026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76B6F-601B-4604-AB8A-5633EA4F6FFD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5671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6632D-BC39-4D9E-A6AA-6A0F24788AC2}" type="datetimeFigureOut">
              <a:rPr lang="es-PE" smtClean="0"/>
              <a:pPr/>
              <a:t>7/03/2026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76B6F-601B-4604-AB8A-5633EA4F6FFD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76879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6632D-BC39-4D9E-A6AA-6A0F24788AC2}" type="datetimeFigureOut">
              <a:rPr lang="es-PE" smtClean="0"/>
              <a:pPr/>
              <a:t>7/03/2026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76B6F-601B-4604-AB8A-5633EA4F6FFD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473667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6632D-BC39-4D9E-A6AA-6A0F24788AC2}" type="datetimeFigureOut">
              <a:rPr lang="es-PE" smtClean="0"/>
              <a:pPr/>
              <a:t>7/03/2026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76B6F-601B-4604-AB8A-5633EA4F6FFD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84138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6632D-BC39-4D9E-A6AA-6A0F24788AC2}" type="datetimeFigureOut">
              <a:rPr lang="es-PE" smtClean="0"/>
              <a:pPr/>
              <a:t>7/03/2026</a:t>
            </a:fld>
            <a:endParaRPr lang="es-P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76B6F-601B-4604-AB8A-5633EA4F6FFD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01420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6632D-BC39-4D9E-A6AA-6A0F24788AC2}" type="datetimeFigureOut">
              <a:rPr lang="es-PE" smtClean="0"/>
              <a:pPr/>
              <a:t>7/03/2026</a:t>
            </a:fld>
            <a:endParaRPr lang="es-P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76B6F-601B-4604-AB8A-5633EA4F6FFD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35778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6632D-BC39-4D9E-A6AA-6A0F24788AC2}" type="datetimeFigureOut">
              <a:rPr lang="es-PE" smtClean="0"/>
              <a:pPr/>
              <a:t>7/03/2026</a:t>
            </a:fld>
            <a:endParaRPr lang="es-P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76B6F-601B-4604-AB8A-5633EA4F6FFD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325515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6632D-BC39-4D9E-A6AA-6A0F24788AC2}" type="datetimeFigureOut">
              <a:rPr lang="es-PE" smtClean="0"/>
              <a:pPr/>
              <a:t>7/03/2026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76B6F-601B-4604-AB8A-5633EA4F6FFD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143262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6632D-BC39-4D9E-A6AA-6A0F24788AC2}" type="datetimeFigureOut">
              <a:rPr lang="es-PE" smtClean="0"/>
              <a:pPr/>
              <a:t>7/03/2026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76B6F-601B-4604-AB8A-5633EA4F6FFD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34750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6632D-BC39-4D9E-A6AA-6A0F24788AC2}" type="datetimeFigureOut">
              <a:rPr lang="es-PE" smtClean="0"/>
              <a:pPr/>
              <a:t>7/03/2026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76B6F-601B-4604-AB8A-5633EA4F6FFD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631674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6632D-BC39-4D9E-A6AA-6A0F24788AC2}" type="datetimeFigureOut">
              <a:rPr lang="es-PE" smtClean="0"/>
              <a:pPr/>
              <a:t>7/03/2026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76B6F-601B-4604-AB8A-5633EA4F6FFD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76034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10D9E9-4160-4DFD-9F51-1FB9F7EF5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993983F-479E-4C55-A330-2F3889C16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DBD297-3335-47F9-B6E6-24E00D9C2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F2387-54D2-4125-918A-FAC94C2EA4F1}" type="datetimeFigureOut">
              <a:rPr lang="es-PE" smtClean="0"/>
              <a:t>7/03/2026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3E5FE8-F3BC-4FDA-A835-012ACFB8DB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ECBBF2-B1E5-46F7-A9DD-2E33AA32A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606F0-3DA7-4A47-B27C-A0DBDB423F2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73006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6632D-BC39-4D9E-A6AA-6A0F24788AC2}" type="datetimeFigureOut">
              <a:rPr lang="es-PE" smtClean="0"/>
              <a:pPr/>
              <a:t>7/03/2026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76B6F-601B-4604-AB8A-5633EA4F6FFD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2120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cutt.ly/8f81Sjf" TargetMode="External"/><Relationship Id="rId7" Type="http://schemas.openxmlformats.org/officeDocument/2006/relationships/hyperlink" Target="https://cutt.ly/Gf81Ah3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hyperlink" Target="https://cutt.ly/Bf81DBr" TargetMode="Externa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hyperlink" Target="https://cutt.ly/gf81FbV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141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6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6" Type="http://schemas.openxmlformats.org/officeDocument/2006/relationships/customXml" Target="../ink/ink1.xml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145.png"/><Relationship Id="rId7" Type="http://schemas.openxmlformats.org/officeDocument/2006/relationships/image" Target="../media/image153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2.png"/><Relationship Id="rId5" Type="http://schemas.openxmlformats.org/officeDocument/2006/relationships/image" Target="../media/image150.png"/><Relationship Id="rId4" Type="http://schemas.openxmlformats.org/officeDocument/2006/relationships/image" Target="../media/image147.png"/><Relationship Id="rId9" Type="http://schemas.openxmlformats.org/officeDocument/2006/relationships/image" Target="../media/image14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image" Target="../media/image1.png"/><Relationship Id="rId7" Type="http://schemas.openxmlformats.org/officeDocument/2006/relationships/image" Target="../media/image157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4" Type="http://schemas.openxmlformats.org/officeDocument/2006/relationships/image" Target="../media/image154.png"/><Relationship Id="rId9" Type="http://schemas.openxmlformats.org/officeDocument/2006/relationships/image" Target="../media/image15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4DFC43C-27A5-4B9C-8B93-F1EEF22D201A}"/>
              </a:ext>
            </a:extLst>
          </p:cNvPr>
          <p:cNvSpPr txBox="1">
            <a:spLocks/>
          </p:cNvSpPr>
          <p:nvPr/>
        </p:nvSpPr>
        <p:spPr>
          <a:xfrm>
            <a:off x="9448800" y="1975443"/>
            <a:ext cx="2743200" cy="2940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uhaus 93" panose="04030905020B02020C02" pitchFamily="82" charset="0"/>
                <a:ea typeface="+mj-ea"/>
                <a:cs typeface="+mj-cs"/>
              </a:rPr>
              <a:t>PREUNIVERSITARIO</a:t>
            </a:r>
            <a:endParaRPr kumimoji="0" lang="es-PE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uhaus 93" panose="04030905020B02020C02" pitchFamily="82" charset="0"/>
              <a:ea typeface="+mj-ea"/>
              <a:cs typeface="+mj-cs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F55F332-EAA5-4644-8BC0-90A5FDF9442A}"/>
              </a:ext>
            </a:extLst>
          </p:cNvPr>
          <p:cNvSpPr txBox="1">
            <a:spLocks/>
          </p:cNvSpPr>
          <p:nvPr/>
        </p:nvSpPr>
        <p:spPr>
          <a:xfrm>
            <a:off x="10210800" y="5872421"/>
            <a:ext cx="1381125" cy="6953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76943"/>
                </a:solidFill>
                <a:effectLst/>
                <a:uLnTx/>
                <a:uFillTx/>
                <a:latin typeface="Bauhaus 93" panose="04030905020B02020C02" pitchFamily="82" charset="0"/>
                <a:ea typeface="+mj-ea"/>
                <a:cs typeface="+mj-cs"/>
              </a:rPr>
              <a:t>01</a:t>
            </a:r>
            <a:endParaRPr kumimoji="0" lang="es-PE" sz="4000" b="0" i="0" u="none" strike="noStrike" kern="1200" cap="none" spc="0" normalizeH="0" baseline="0" noProof="0" dirty="0">
              <a:ln>
                <a:noFill/>
              </a:ln>
              <a:solidFill>
                <a:srgbClr val="076943"/>
              </a:solidFill>
              <a:effectLst/>
              <a:uLnTx/>
              <a:uFillTx/>
              <a:latin typeface="Bauhaus 93" panose="04030905020B02020C02" pitchFamily="82" charset="0"/>
              <a:ea typeface="+mj-ea"/>
              <a:cs typeface="+mj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2F48DCA-7EA0-48DA-94E9-1AFA95A08D3A}"/>
              </a:ext>
            </a:extLst>
          </p:cNvPr>
          <p:cNvSpPr txBox="1"/>
          <p:nvPr/>
        </p:nvSpPr>
        <p:spPr>
          <a:xfrm>
            <a:off x="10024807" y="2269488"/>
            <a:ext cx="1870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2026-2</a:t>
            </a: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pic>
        <p:nvPicPr>
          <p:cNvPr id="7" name="Imagen 6">
            <a:hlinkClick r:id="rId3"/>
            <a:extLst>
              <a:ext uri="{FF2B5EF4-FFF2-40B4-BE49-F238E27FC236}">
                <a16:creationId xmlns:a16="http://schemas.microsoft.com/office/drawing/2014/main" id="{25798AF9-660A-42F9-B315-0945F332A75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61" t="12277" r="57018" b="47474"/>
          <a:stretch/>
        </p:blipFill>
        <p:spPr>
          <a:xfrm>
            <a:off x="8509961" y="6608980"/>
            <a:ext cx="199973" cy="203747"/>
          </a:xfrm>
          <a:prstGeom prst="rect">
            <a:avLst/>
          </a:prstGeom>
        </p:spPr>
      </p:pic>
      <p:pic>
        <p:nvPicPr>
          <p:cNvPr id="8" name="Imagen 7">
            <a:hlinkClick r:id="rId5"/>
            <a:extLst>
              <a:ext uri="{FF2B5EF4-FFF2-40B4-BE49-F238E27FC236}">
                <a16:creationId xmlns:a16="http://schemas.microsoft.com/office/drawing/2014/main" id="{FE3FF289-0D6B-4A3E-A86E-C09278B01FA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7" t="13750" r="54375" b="45278"/>
          <a:stretch/>
        </p:blipFill>
        <p:spPr>
          <a:xfrm>
            <a:off x="8694904" y="6367044"/>
            <a:ext cx="213400" cy="213400"/>
          </a:xfrm>
          <a:prstGeom prst="rect">
            <a:avLst/>
          </a:prstGeom>
        </p:spPr>
      </p:pic>
      <p:pic>
        <p:nvPicPr>
          <p:cNvPr id="9" name="Imagen 8">
            <a:hlinkClick r:id="rId7"/>
            <a:extLst>
              <a:ext uri="{FF2B5EF4-FFF2-40B4-BE49-F238E27FC236}">
                <a16:creationId xmlns:a16="http://schemas.microsoft.com/office/drawing/2014/main" id="{9B2C3A20-687B-4360-A970-739414CCBFBA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09" t="13412" r="60099" b="55702"/>
          <a:stretch/>
        </p:blipFill>
        <p:spPr>
          <a:xfrm>
            <a:off x="8427322" y="6322009"/>
            <a:ext cx="250945" cy="286971"/>
          </a:xfrm>
          <a:prstGeom prst="rect">
            <a:avLst/>
          </a:prstGeom>
        </p:spPr>
      </p:pic>
      <p:pic>
        <p:nvPicPr>
          <p:cNvPr id="10" name="Imagen 9">
            <a:hlinkClick r:id="rId9"/>
            <a:extLst>
              <a:ext uri="{FF2B5EF4-FFF2-40B4-BE49-F238E27FC236}">
                <a16:creationId xmlns:a16="http://schemas.microsoft.com/office/drawing/2014/main" id="{13042ABF-8E2E-4879-872E-22EAD1664774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31" t="21573" r="66764" b="32693"/>
          <a:stretch/>
        </p:blipFill>
        <p:spPr>
          <a:xfrm>
            <a:off x="8261423" y="6567745"/>
            <a:ext cx="215265" cy="244982"/>
          </a:xfrm>
          <a:prstGeom prst="rect">
            <a:avLst/>
          </a:prstGeom>
          <a:effectLst>
            <a:outerShdw blurRad="50800" dist="38100" dir="5400000" algn="t" rotWithShape="0">
              <a:schemeClr val="bg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4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999656" y="2420888"/>
            <a:ext cx="6262464" cy="189964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PE" sz="4500" b="1" dirty="0">
                <a:solidFill>
                  <a:srgbClr val="A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CINEMÁTICA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38948" y="188641"/>
            <a:ext cx="1000911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76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La cinemática es el estudio del movimiento sin considerar las causas que lo producen</a:t>
            </a:r>
          </a:p>
        </p:txBody>
      </p:sp>
      <p:sp>
        <p:nvSpPr>
          <p:cNvPr id="5" name="4 CuadroTexto"/>
          <p:cNvSpPr txBox="1"/>
          <p:nvPr/>
        </p:nvSpPr>
        <p:spPr>
          <a:xfrm>
            <a:off x="1487488" y="1196752"/>
            <a:ext cx="40324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¿Qué es el movimiento?</a:t>
            </a:r>
          </a:p>
        </p:txBody>
      </p:sp>
      <p:sp>
        <p:nvSpPr>
          <p:cNvPr id="41" name="40 CuadroTexto"/>
          <p:cNvSpPr txBox="1"/>
          <p:nvPr/>
        </p:nvSpPr>
        <p:spPr>
          <a:xfrm>
            <a:off x="1487488" y="1834326"/>
            <a:ext cx="1006057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76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Es el fenómeno que ocurre cuando cambia la posición de un </a:t>
            </a: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cuerpo</a:t>
            </a: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76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respecto de </a:t>
            </a: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otro</a:t>
            </a: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4" name="13 Elipse"/>
          <p:cNvSpPr/>
          <p:nvPr/>
        </p:nvSpPr>
        <p:spPr>
          <a:xfrm>
            <a:off x="5706420" y="3339899"/>
            <a:ext cx="432048" cy="43204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14 Elipse"/>
          <p:cNvSpPr/>
          <p:nvPr/>
        </p:nvSpPr>
        <p:spPr>
          <a:xfrm>
            <a:off x="5396468" y="5472519"/>
            <a:ext cx="432048" cy="43204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cxnSp>
        <p:nvCxnSpPr>
          <p:cNvPr id="17" name="16 Conector recto de flecha"/>
          <p:cNvCxnSpPr>
            <a:cxnSpLocks/>
          </p:cNvCxnSpPr>
          <p:nvPr/>
        </p:nvCxnSpPr>
        <p:spPr>
          <a:xfrm flipV="1">
            <a:off x="5612492" y="3555923"/>
            <a:ext cx="309952" cy="2132620"/>
          </a:xfrm>
          <a:prstGeom prst="straightConnector1">
            <a:avLst/>
          </a:prstGeom>
          <a:ln w="635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CuadroTexto"/>
          <p:cNvSpPr txBox="1"/>
          <p:nvPr/>
        </p:nvSpPr>
        <p:spPr>
          <a:xfrm>
            <a:off x="1589670" y="2801785"/>
            <a:ext cx="335243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Vector posición de </a:t>
            </a: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</a:t>
            </a: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respecto de </a:t>
            </a: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5739942" y="2833573"/>
            <a:ext cx="64807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2" name="21 CuadroTexto"/>
          <p:cNvSpPr txBox="1"/>
          <p:nvPr/>
        </p:nvSpPr>
        <p:spPr>
          <a:xfrm>
            <a:off x="5145114" y="5808425"/>
            <a:ext cx="64807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23" name="22 CuadroTexto"/>
          <p:cNvSpPr txBox="1"/>
          <p:nvPr/>
        </p:nvSpPr>
        <p:spPr>
          <a:xfrm>
            <a:off x="6294159" y="5663570"/>
            <a:ext cx="553719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Sistema de referencia u observador: cualquier cuerpo</a:t>
            </a:r>
          </a:p>
        </p:txBody>
      </p:sp>
      <p:cxnSp>
        <p:nvCxnSpPr>
          <p:cNvPr id="24" name="23 Conector recto de flecha"/>
          <p:cNvCxnSpPr>
            <a:cxnSpLocks/>
          </p:cNvCxnSpPr>
          <p:nvPr/>
        </p:nvCxnSpPr>
        <p:spPr>
          <a:xfrm flipV="1">
            <a:off x="5612492" y="4753555"/>
            <a:ext cx="3572433" cy="967459"/>
          </a:xfrm>
          <a:prstGeom prst="straightConnector1">
            <a:avLst/>
          </a:prstGeom>
          <a:ln w="635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25 CuadroTexto"/>
          <p:cNvSpPr txBox="1"/>
          <p:nvPr/>
        </p:nvSpPr>
        <p:spPr>
          <a:xfrm>
            <a:off x="6592826" y="2737331"/>
            <a:ext cx="504779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76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Como cambia la posición de A respecto de </a:t>
            </a: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B</a:t>
            </a: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76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,</a:t>
            </a: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76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entonces</a:t>
            </a: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 </a:t>
            </a: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76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se mueve respecto de</a:t>
            </a: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B</a:t>
            </a:r>
            <a:endParaRPr kumimoji="0" lang="es-PE" sz="25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748B8071-6655-448A-ABCF-F7D9FBCD82FD}"/>
                  </a:ext>
                </a:extLst>
              </p:cNvPr>
              <p:cNvSpPr txBox="1"/>
              <p:nvPr/>
            </p:nvSpPr>
            <p:spPr>
              <a:xfrm>
                <a:off x="5828516" y="4320308"/>
                <a:ext cx="48350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es-PE" sz="3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0" lang="es-PE" sz="32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acc>
                    </m:oMath>
                  </m:oMathPara>
                </a14:m>
                <a:endParaRPr kumimoji="0" lang="es-E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748B8071-6655-448A-ABCF-F7D9FBCD8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8516" y="4320308"/>
                <a:ext cx="483508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18 CuadroTexto">
            <a:extLst>
              <a:ext uri="{FF2B5EF4-FFF2-40B4-BE49-F238E27FC236}">
                <a16:creationId xmlns:a16="http://schemas.microsoft.com/office/drawing/2014/main" id="{74585D56-C1D4-4391-A075-2F35ECEBA1A6}"/>
              </a:ext>
            </a:extLst>
          </p:cNvPr>
          <p:cNvSpPr txBox="1"/>
          <p:nvPr/>
        </p:nvSpPr>
        <p:spPr>
          <a:xfrm>
            <a:off x="1589671" y="3848458"/>
            <a:ext cx="38678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Se elige un punto del sistema de referencia desde donde trazamos el vector posición.</a:t>
            </a:r>
            <a:endParaRPr kumimoji="0" lang="es-PE" sz="25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8115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4.81481E-6 C 0.04774 -0.00787 0.09549 -0.01504 0.1401 0.01297 C 0.18455 0.04075 0.22604 0.1044 0.26753 0.16829 " pathEditMode="relative" rAng="-2153320" ptsTypes="aaA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368" y="8403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-0.00139 C 0.04661 -0.01019 0.09414 -0.01875 0.13919 0.00856 C 0.18398 0.03611 0.22643 0.09861 0.26875 0.16088 " pathEditMode="relative" rAng="19380000" ptsTypes="AAA">
                                      <p:cBhvr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11" y="81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41" grpId="0"/>
      <p:bldP spid="14" grpId="0" animBg="1"/>
      <p:bldP spid="14" grpId="1" animBg="1"/>
      <p:bldP spid="15" grpId="0" animBg="1"/>
      <p:bldP spid="19" grpId="0"/>
      <p:bldP spid="3" grpId="0"/>
      <p:bldP spid="3" grpId="1"/>
      <p:bldP spid="22" grpId="0"/>
      <p:bldP spid="23" grpId="0"/>
      <p:bldP spid="26" grpId="0"/>
      <p:bldP spid="16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7 CuadroTexto"/>
          <p:cNvSpPr txBox="1"/>
          <p:nvPr/>
        </p:nvSpPr>
        <p:spPr>
          <a:xfrm>
            <a:off x="1574744" y="126115"/>
            <a:ext cx="1061725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76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El cronómetro determina el instante de tiempo y se debe medir la posición en dicho instante </a:t>
            </a:r>
          </a:p>
        </p:txBody>
      </p:sp>
      <p:sp>
        <p:nvSpPr>
          <p:cNvPr id="45" name="42 CuadroTexto"/>
          <p:cNvSpPr txBox="1"/>
          <p:nvPr/>
        </p:nvSpPr>
        <p:spPr>
          <a:xfrm>
            <a:off x="1574745" y="5509706"/>
            <a:ext cx="1065718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s-PE" sz="2500" b="1" dirty="0">
                <a:solidFill>
                  <a:srgbClr val="07694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Trayectoria : </a:t>
            </a: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07694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Lugar geométrico</a:t>
            </a:r>
            <a:r>
              <a:rPr kumimoji="0" lang="es-PE" sz="2500" b="1" i="0" u="none" strike="noStrike" kern="1200" cap="none" spc="0" normalizeH="0" noProof="0" dirty="0">
                <a:ln>
                  <a:noFill/>
                </a:ln>
                <a:solidFill>
                  <a:srgbClr val="07694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formado por todos los puntos por donde pase el cuerpo al moverse. </a:t>
            </a: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07694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Depende del sistema de referencia</a:t>
            </a:r>
          </a:p>
        </p:txBody>
      </p:sp>
      <p:sp>
        <p:nvSpPr>
          <p:cNvPr id="48" name="1 Elipse"/>
          <p:cNvSpPr/>
          <p:nvPr/>
        </p:nvSpPr>
        <p:spPr>
          <a:xfrm>
            <a:off x="5015880" y="1693282"/>
            <a:ext cx="432048" cy="43204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9" name="2 Elipse"/>
          <p:cNvSpPr/>
          <p:nvPr/>
        </p:nvSpPr>
        <p:spPr>
          <a:xfrm>
            <a:off x="4439816" y="4933642"/>
            <a:ext cx="432048" cy="43204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50" name="3 CuadroTexto"/>
          <p:cNvSpPr txBox="1"/>
          <p:nvPr/>
        </p:nvSpPr>
        <p:spPr>
          <a:xfrm>
            <a:off x="2791472" y="4432146"/>
            <a:ext cx="19977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76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Observador</a:t>
            </a:r>
          </a:p>
        </p:txBody>
      </p:sp>
      <p:sp>
        <p:nvSpPr>
          <p:cNvPr id="51" name="4 CuadroTexto"/>
          <p:cNvSpPr txBox="1"/>
          <p:nvPr/>
        </p:nvSpPr>
        <p:spPr>
          <a:xfrm>
            <a:off x="2810040" y="1702148"/>
            <a:ext cx="20483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76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Observable</a:t>
            </a:r>
          </a:p>
        </p:txBody>
      </p:sp>
      <p:cxnSp>
        <p:nvCxnSpPr>
          <p:cNvPr id="53" name="6 Conector recto de flecha"/>
          <p:cNvCxnSpPr/>
          <p:nvPr/>
        </p:nvCxnSpPr>
        <p:spPr>
          <a:xfrm flipV="1">
            <a:off x="4655840" y="1909306"/>
            <a:ext cx="576064" cy="3240360"/>
          </a:xfrm>
          <a:prstGeom prst="straightConnector1">
            <a:avLst/>
          </a:prstGeom>
          <a:ln w="63500">
            <a:solidFill>
              <a:srgbClr val="FF66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20 Conector recto de flecha"/>
          <p:cNvCxnSpPr/>
          <p:nvPr/>
        </p:nvCxnSpPr>
        <p:spPr>
          <a:xfrm flipV="1">
            <a:off x="4655840" y="1909306"/>
            <a:ext cx="1080120" cy="3240360"/>
          </a:xfrm>
          <a:prstGeom prst="straightConnector1">
            <a:avLst/>
          </a:prstGeom>
          <a:ln w="63500">
            <a:solidFill>
              <a:srgbClr val="FF66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23 Conector recto de flecha"/>
          <p:cNvCxnSpPr/>
          <p:nvPr/>
        </p:nvCxnSpPr>
        <p:spPr>
          <a:xfrm flipV="1">
            <a:off x="4655840" y="1909306"/>
            <a:ext cx="1584176" cy="3240360"/>
          </a:xfrm>
          <a:prstGeom prst="straightConnector1">
            <a:avLst/>
          </a:prstGeom>
          <a:ln w="635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29 Conector recto de flecha"/>
          <p:cNvCxnSpPr/>
          <p:nvPr/>
        </p:nvCxnSpPr>
        <p:spPr>
          <a:xfrm flipV="1">
            <a:off x="4655840" y="1909306"/>
            <a:ext cx="2088232" cy="3240360"/>
          </a:xfrm>
          <a:prstGeom prst="straightConnector1">
            <a:avLst/>
          </a:prstGeom>
          <a:ln w="63500">
            <a:solidFill>
              <a:srgbClr val="FF66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32 Conector recto de flecha"/>
          <p:cNvCxnSpPr/>
          <p:nvPr/>
        </p:nvCxnSpPr>
        <p:spPr>
          <a:xfrm flipV="1">
            <a:off x="4655840" y="1981314"/>
            <a:ext cx="2664296" cy="3168352"/>
          </a:xfrm>
          <a:prstGeom prst="straightConnector1">
            <a:avLst/>
          </a:prstGeom>
          <a:ln w="63500">
            <a:solidFill>
              <a:srgbClr val="FF66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35 Conector recto de flecha"/>
          <p:cNvCxnSpPr/>
          <p:nvPr/>
        </p:nvCxnSpPr>
        <p:spPr>
          <a:xfrm flipV="1">
            <a:off x="4655840" y="2053322"/>
            <a:ext cx="3168352" cy="3096344"/>
          </a:xfrm>
          <a:prstGeom prst="straightConnector1">
            <a:avLst/>
          </a:prstGeom>
          <a:ln w="63500">
            <a:solidFill>
              <a:srgbClr val="FF66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38 Conector recto de flecha"/>
          <p:cNvCxnSpPr/>
          <p:nvPr/>
        </p:nvCxnSpPr>
        <p:spPr>
          <a:xfrm flipV="1">
            <a:off x="4655840" y="2269346"/>
            <a:ext cx="3528392" cy="2880320"/>
          </a:xfrm>
          <a:prstGeom prst="straightConnector1">
            <a:avLst/>
          </a:prstGeom>
          <a:ln w="63500">
            <a:solidFill>
              <a:srgbClr val="FF66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43 Conector recto de flecha"/>
          <p:cNvCxnSpPr/>
          <p:nvPr/>
        </p:nvCxnSpPr>
        <p:spPr>
          <a:xfrm flipV="1">
            <a:off x="4655840" y="2773402"/>
            <a:ext cx="4176464" cy="2376264"/>
          </a:xfrm>
          <a:prstGeom prst="straightConnector1">
            <a:avLst/>
          </a:prstGeom>
          <a:ln w="63500">
            <a:solidFill>
              <a:srgbClr val="FF66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46 Conector recto de flecha"/>
          <p:cNvCxnSpPr/>
          <p:nvPr/>
        </p:nvCxnSpPr>
        <p:spPr>
          <a:xfrm flipV="1">
            <a:off x="4655840" y="2485370"/>
            <a:ext cx="3888432" cy="2664296"/>
          </a:xfrm>
          <a:prstGeom prst="straightConnector1">
            <a:avLst/>
          </a:prstGeom>
          <a:ln w="63500">
            <a:solidFill>
              <a:srgbClr val="FF66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51 Conector recto de flecha"/>
          <p:cNvCxnSpPr/>
          <p:nvPr/>
        </p:nvCxnSpPr>
        <p:spPr>
          <a:xfrm flipV="1">
            <a:off x="4655840" y="3061434"/>
            <a:ext cx="4464496" cy="2088232"/>
          </a:xfrm>
          <a:prstGeom prst="straightConnector1">
            <a:avLst/>
          </a:prstGeom>
          <a:ln w="63500">
            <a:solidFill>
              <a:srgbClr val="FF66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54 Conector recto de flecha"/>
          <p:cNvCxnSpPr/>
          <p:nvPr/>
        </p:nvCxnSpPr>
        <p:spPr>
          <a:xfrm flipV="1">
            <a:off x="4655840" y="3349466"/>
            <a:ext cx="4752528" cy="1800200"/>
          </a:xfrm>
          <a:prstGeom prst="straightConnector1">
            <a:avLst/>
          </a:prstGeom>
          <a:ln w="63500">
            <a:solidFill>
              <a:srgbClr val="FF66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57 Conector recto de flecha"/>
          <p:cNvCxnSpPr/>
          <p:nvPr/>
        </p:nvCxnSpPr>
        <p:spPr>
          <a:xfrm flipV="1">
            <a:off x="4655840" y="3709506"/>
            <a:ext cx="5040560" cy="1440160"/>
          </a:xfrm>
          <a:prstGeom prst="straightConnector1">
            <a:avLst/>
          </a:prstGeom>
          <a:ln w="63500">
            <a:solidFill>
              <a:srgbClr val="FF66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60 Conector recto de flecha"/>
          <p:cNvCxnSpPr/>
          <p:nvPr/>
        </p:nvCxnSpPr>
        <p:spPr>
          <a:xfrm flipV="1">
            <a:off x="4655840" y="4069546"/>
            <a:ext cx="5328592" cy="1080120"/>
          </a:xfrm>
          <a:prstGeom prst="straightConnector1">
            <a:avLst/>
          </a:prstGeom>
          <a:ln w="63500">
            <a:solidFill>
              <a:srgbClr val="FF66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63 Conector recto de flecha"/>
          <p:cNvCxnSpPr/>
          <p:nvPr/>
        </p:nvCxnSpPr>
        <p:spPr>
          <a:xfrm flipV="1">
            <a:off x="4655840" y="4429586"/>
            <a:ext cx="5616624" cy="720080"/>
          </a:xfrm>
          <a:prstGeom prst="straightConnector1">
            <a:avLst/>
          </a:prstGeom>
          <a:ln w="63500">
            <a:solidFill>
              <a:srgbClr val="FF66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34 CuadroTexto"/>
              <p:cNvSpPr txBox="1"/>
              <p:nvPr/>
            </p:nvSpPr>
            <p:spPr>
              <a:xfrm>
                <a:off x="5015880" y="1160999"/>
                <a:ext cx="359256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2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rPr>
                  <a:t>Instante de tiempo : </a:t>
                </a:r>
                <a14:m>
                  <m:oMath xmlns:m="http://schemas.openxmlformats.org/officeDocument/2006/math">
                    <m:r>
                      <a:rPr kumimoji="0" lang="es-PE" sz="25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endParaRPr kumimoji="0" lang="es-PE" sz="25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4" name="3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880" y="1160999"/>
                <a:ext cx="3592560" cy="477054"/>
              </a:xfrm>
              <a:prstGeom prst="rect">
                <a:avLst/>
              </a:prstGeom>
              <a:blipFill>
                <a:blip r:embed="rId4"/>
                <a:stretch>
                  <a:fillRect l="-3056" t="-10127" b="-3670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7 CuadroTexto"/>
              <p:cNvSpPr txBox="1"/>
              <p:nvPr/>
            </p:nvSpPr>
            <p:spPr>
              <a:xfrm>
                <a:off x="2308599" y="2808993"/>
                <a:ext cx="2890872" cy="1092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2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rPr>
                  <a:t>Vector posición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es-PE" sz="4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0" lang="es-PE" sz="4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acc>
                    </m:oMath>
                  </m:oMathPara>
                </a14:m>
                <a:endParaRPr kumimoji="0" lang="es-PE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5" name="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599" y="2808993"/>
                <a:ext cx="2890872" cy="1092607"/>
              </a:xfrm>
              <a:prstGeom prst="rect">
                <a:avLst/>
              </a:prstGeom>
              <a:blipFill>
                <a:blip r:embed="rId5"/>
                <a:stretch>
                  <a:fillRect l="-3797" t="-502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Forma libre 87"/>
          <p:cNvSpPr/>
          <p:nvPr/>
        </p:nvSpPr>
        <p:spPr>
          <a:xfrm>
            <a:off x="5239832" y="1877368"/>
            <a:ext cx="5014152" cy="2562095"/>
          </a:xfrm>
          <a:custGeom>
            <a:avLst/>
            <a:gdLst>
              <a:gd name="connsiteX0" fmla="*/ 0 w 5285232"/>
              <a:gd name="connsiteY0" fmla="*/ 47513 h 3001025"/>
              <a:gd name="connsiteX1" fmla="*/ 1426464 w 5285232"/>
              <a:gd name="connsiteY1" fmla="*/ 1793 h 3001025"/>
              <a:gd name="connsiteX2" fmla="*/ 2313432 w 5285232"/>
              <a:gd name="connsiteY2" fmla="*/ 102377 h 3001025"/>
              <a:gd name="connsiteX3" fmla="*/ 2980944 w 5285232"/>
              <a:gd name="connsiteY3" fmla="*/ 330977 h 3001025"/>
              <a:gd name="connsiteX4" fmla="*/ 3758184 w 5285232"/>
              <a:gd name="connsiteY4" fmla="*/ 971057 h 3001025"/>
              <a:gd name="connsiteX5" fmla="*/ 4297680 w 5285232"/>
              <a:gd name="connsiteY5" fmla="*/ 1638569 h 3001025"/>
              <a:gd name="connsiteX6" fmla="*/ 4718304 w 5285232"/>
              <a:gd name="connsiteY6" fmla="*/ 2132345 h 3001025"/>
              <a:gd name="connsiteX7" fmla="*/ 5184648 w 5285232"/>
              <a:gd name="connsiteY7" fmla="*/ 2680985 h 3001025"/>
              <a:gd name="connsiteX8" fmla="*/ 5285232 w 5285232"/>
              <a:gd name="connsiteY8" fmla="*/ 3001025 h 3001025"/>
              <a:gd name="connsiteX0" fmla="*/ 0 w 5285232"/>
              <a:gd name="connsiteY0" fmla="*/ 64597 h 2999821"/>
              <a:gd name="connsiteX1" fmla="*/ 1426464 w 5285232"/>
              <a:gd name="connsiteY1" fmla="*/ 589 h 2999821"/>
              <a:gd name="connsiteX2" fmla="*/ 2313432 w 5285232"/>
              <a:gd name="connsiteY2" fmla="*/ 101173 h 2999821"/>
              <a:gd name="connsiteX3" fmla="*/ 2980944 w 5285232"/>
              <a:gd name="connsiteY3" fmla="*/ 329773 h 2999821"/>
              <a:gd name="connsiteX4" fmla="*/ 3758184 w 5285232"/>
              <a:gd name="connsiteY4" fmla="*/ 969853 h 2999821"/>
              <a:gd name="connsiteX5" fmla="*/ 4297680 w 5285232"/>
              <a:gd name="connsiteY5" fmla="*/ 1637365 h 2999821"/>
              <a:gd name="connsiteX6" fmla="*/ 4718304 w 5285232"/>
              <a:gd name="connsiteY6" fmla="*/ 2131141 h 2999821"/>
              <a:gd name="connsiteX7" fmla="*/ 5184648 w 5285232"/>
              <a:gd name="connsiteY7" fmla="*/ 2679781 h 2999821"/>
              <a:gd name="connsiteX8" fmla="*/ 5285232 w 5285232"/>
              <a:gd name="connsiteY8" fmla="*/ 2999821 h 2999821"/>
              <a:gd name="connsiteX0" fmla="*/ 0 w 5184648"/>
              <a:gd name="connsiteY0" fmla="*/ 64597 h 2679781"/>
              <a:gd name="connsiteX1" fmla="*/ 1426464 w 5184648"/>
              <a:gd name="connsiteY1" fmla="*/ 589 h 2679781"/>
              <a:gd name="connsiteX2" fmla="*/ 2313432 w 5184648"/>
              <a:gd name="connsiteY2" fmla="*/ 101173 h 2679781"/>
              <a:gd name="connsiteX3" fmla="*/ 2980944 w 5184648"/>
              <a:gd name="connsiteY3" fmla="*/ 329773 h 2679781"/>
              <a:gd name="connsiteX4" fmla="*/ 3758184 w 5184648"/>
              <a:gd name="connsiteY4" fmla="*/ 969853 h 2679781"/>
              <a:gd name="connsiteX5" fmla="*/ 4297680 w 5184648"/>
              <a:gd name="connsiteY5" fmla="*/ 1637365 h 2679781"/>
              <a:gd name="connsiteX6" fmla="*/ 4718304 w 5184648"/>
              <a:gd name="connsiteY6" fmla="*/ 2131141 h 2679781"/>
              <a:gd name="connsiteX7" fmla="*/ 5184648 w 5184648"/>
              <a:gd name="connsiteY7" fmla="*/ 2679781 h 2679781"/>
              <a:gd name="connsiteX0" fmla="*/ 0 w 5184648"/>
              <a:gd name="connsiteY0" fmla="*/ 64597 h 2679781"/>
              <a:gd name="connsiteX1" fmla="*/ 1426464 w 5184648"/>
              <a:gd name="connsiteY1" fmla="*/ 589 h 2679781"/>
              <a:gd name="connsiteX2" fmla="*/ 2313432 w 5184648"/>
              <a:gd name="connsiteY2" fmla="*/ 101173 h 2679781"/>
              <a:gd name="connsiteX3" fmla="*/ 2980944 w 5184648"/>
              <a:gd name="connsiteY3" fmla="*/ 329773 h 2679781"/>
              <a:gd name="connsiteX4" fmla="*/ 3758184 w 5184648"/>
              <a:gd name="connsiteY4" fmla="*/ 969853 h 2679781"/>
              <a:gd name="connsiteX5" fmla="*/ 4325112 w 5184648"/>
              <a:gd name="connsiteY5" fmla="*/ 1637365 h 2679781"/>
              <a:gd name="connsiteX6" fmla="*/ 4718304 w 5184648"/>
              <a:gd name="connsiteY6" fmla="*/ 2131141 h 2679781"/>
              <a:gd name="connsiteX7" fmla="*/ 5184648 w 5184648"/>
              <a:gd name="connsiteY7" fmla="*/ 2679781 h 2679781"/>
              <a:gd name="connsiteX0" fmla="*/ 0 w 5184648"/>
              <a:gd name="connsiteY0" fmla="*/ 13664 h 2628848"/>
              <a:gd name="connsiteX1" fmla="*/ 1426464 w 5184648"/>
              <a:gd name="connsiteY1" fmla="*/ 13664 h 2628848"/>
              <a:gd name="connsiteX2" fmla="*/ 2313432 w 5184648"/>
              <a:gd name="connsiteY2" fmla="*/ 50240 h 2628848"/>
              <a:gd name="connsiteX3" fmla="*/ 2980944 w 5184648"/>
              <a:gd name="connsiteY3" fmla="*/ 278840 h 2628848"/>
              <a:gd name="connsiteX4" fmla="*/ 3758184 w 5184648"/>
              <a:gd name="connsiteY4" fmla="*/ 918920 h 2628848"/>
              <a:gd name="connsiteX5" fmla="*/ 4325112 w 5184648"/>
              <a:gd name="connsiteY5" fmla="*/ 1586432 h 2628848"/>
              <a:gd name="connsiteX6" fmla="*/ 4718304 w 5184648"/>
              <a:gd name="connsiteY6" fmla="*/ 2080208 h 2628848"/>
              <a:gd name="connsiteX7" fmla="*/ 5184648 w 5184648"/>
              <a:gd name="connsiteY7" fmla="*/ 2628848 h 2628848"/>
              <a:gd name="connsiteX0" fmla="*/ 0 w 5221224"/>
              <a:gd name="connsiteY0" fmla="*/ 95926 h 2619670"/>
              <a:gd name="connsiteX1" fmla="*/ 1463040 w 5221224"/>
              <a:gd name="connsiteY1" fmla="*/ 4486 h 2619670"/>
              <a:gd name="connsiteX2" fmla="*/ 2350008 w 5221224"/>
              <a:gd name="connsiteY2" fmla="*/ 41062 h 2619670"/>
              <a:gd name="connsiteX3" fmla="*/ 3017520 w 5221224"/>
              <a:gd name="connsiteY3" fmla="*/ 269662 h 2619670"/>
              <a:gd name="connsiteX4" fmla="*/ 3794760 w 5221224"/>
              <a:gd name="connsiteY4" fmla="*/ 909742 h 2619670"/>
              <a:gd name="connsiteX5" fmla="*/ 4361688 w 5221224"/>
              <a:gd name="connsiteY5" fmla="*/ 1577254 h 2619670"/>
              <a:gd name="connsiteX6" fmla="*/ 4754880 w 5221224"/>
              <a:gd name="connsiteY6" fmla="*/ 2071030 h 2619670"/>
              <a:gd name="connsiteX7" fmla="*/ 5221224 w 5221224"/>
              <a:gd name="connsiteY7" fmla="*/ 2619670 h 2619670"/>
              <a:gd name="connsiteX0" fmla="*/ 0 w 5221224"/>
              <a:gd name="connsiteY0" fmla="*/ 62752 h 2586496"/>
              <a:gd name="connsiteX1" fmla="*/ 1481328 w 5221224"/>
              <a:gd name="connsiteY1" fmla="*/ 53608 h 2586496"/>
              <a:gd name="connsiteX2" fmla="*/ 2350008 w 5221224"/>
              <a:gd name="connsiteY2" fmla="*/ 7888 h 2586496"/>
              <a:gd name="connsiteX3" fmla="*/ 3017520 w 5221224"/>
              <a:gd name="connsiteY3" fmla="*/ 236488 h 2586496"/>
              <a:gd name="connsiteX4" fmla="*/ 3794760 w 5221224"/>
              <a:gd name="connsiteY4" fmla="*/ 876568 h 2586496"/>
              <a:gd name="connsiteX5" fmla="*/ 4361688 w 5221224"/>
              <a:gd name="connsiteY5" fmla="*/ 1544080 h 2586496"/>
              <a:gd name="connsiteX6" fmla="*/ 4754880 w 5221224"/>
              <a:gd name="connsiteY6" fmla="*/ 2037856 h 2586496"/>
              <a:gd name="connsiteX7" fmla="*/ 5221224 w 5221224"/>
              <a:gd name="connsiteY7" fmla="*/ 2586496 h 2586496"/>
              <a:gd name="connsiteX0" fmla="*/ 0 w 5221224"/>
              <a:gd name="connsiteY0" fmla="*/ 21270 h 2545014"/>
              <a:gd name="connsiteX1" fmla="*/ 1481328 w 5221224"/>
              <a:gd name="connsiteY1" fmla="*/ 12126 h 2545014"/>
              <a:gd name="connsiteX2" fmla="*/ 2350008 w 5221224"/>
              <a:gd name="connsiteY2" fmla="*/ 121854 h 2545014"/>
              <a:gd name="connsiteX3" fmla="*/ 3017520 w 5221224"/>
              <a:gd name="connsiteY3" fmla="*/ 195006 h 2545014"/>
              <a:gd name="connsiteX4" fmla="*/ 3794760 w 5221224"/>
              <a:gd name="connsiteY4" fmla="*/ 835086 h 2545014"/>
              <a:gd name="connsiteX5" fmla="*/ 4361688 w 5221224"/>
              <a:gd name="connsiteY5" fmla="*/ 1502598 h 2545014"/>
              <a:gd name="connsiteX6" fmla="*/ 4754880 w 5221224"/>
              <a:gd name="connsiteY6" fmla="*/ 1996374 h 2545014"/>
              <a:gd name="connsiteX7" fmla="*/ 5221224 w 5221224"/>
              <a:gd name="connsiteY7" fmla="*/ 2545014 h 2545014"/>
              <a:gd name="connsiteX0" fmla="*/ 0 w 5221224"/>
              <a:gd name="connsiteY0" fmla="*/ 21270 h 2545014"/>
              <a:gd name="connsiteX1" fmla="*/ 1481328 w 5221224"/>
              <a:gd name="connsiteY1" fmla="*/ 12126 h 2545014"/>
              <a:gd name="connsiteX2" fmla="*/ 2350008 w 5221224"/>
              <a:gd name="connsiteY2" fmla="*/ 121854 h 2545014"/>
              <a:gd name="connsiteX3" fmla="*/ 2980944 w 5221224"/>
              <a:gd name="connsiteY3" fmla="*/ 341310 h 2545014"/>
              <a:gd name="connsiteX4" fmla="*/ 3794760 w 5221224"/>
              <a:gd name="connsiteY4" fmla="*/ 835086 h 2545014"/>
              <a:gd name="connsiteX5" fmla="*/ 4361688 w 5221224"/>
              <a:gd name="connsiteY5" fmla="*/ 1502598 h 2545014"/>
              <a:gd name="connsiteX6" fmla="*/ 4754880 w 5221224"/>
              <a:gd name="connsiteY6" fmla="*/ 1996374 h 2545014"/>
              <a:gd name="connsiteX7" fmla="*/ 5221224 w 5221224"/>
              <a:gd name="connsiteY7" fmla="*/ 2545014 h 2545014"/>
              <a:gd name="connsiteX0" fmla="*/ 0 w 5221224"/>
              <a:gd name="connsiteY0" fmla="*/ 21270 h 2545014"/>
              <a:gd name="connsiteX1" fmla="*/ 1481328 w 5221224"/>
              <a:gd name="connsiteY1" fmla="*/ 12126 h 2545014"/>
              <a:gd name="connsiteX2" fmla="*/ 2350008 w 5221224"/>
              <a:gd name="connsiteY2" fmla="*/ 121854 h 2545014"/>
              <a:gd name="connsiteX3" fmla="*/ 2980944 w 5221224"/>
              <a:gd name="connsiteY3" fmla="*/ 341310 h 2545014"/>
              <a:gd name="connsiteX4" fmla="*/ 3721608 w 5221224"/>
              <a:gd name="connsiteY4" fmla="*/ 944814 h 2545014"/>
              <a:gd name="connsiteX5" fmla="*/ 4361688 w 5221224"/>
              <a:gd name="connsiteY5" fmla="*/ 1502598 h 2545014"/>
              <a:gd name="connsiteX6" fmla="*/ 4754880 w 5221224"/>
              <a:gd name="connsiteY6" fmla="*/ 1996374 h 2545014"/>
              <a:gd name="connsiteX7" fmla="*/ 5221224 w 5221224"/>
              <a:gd name="connsiteY7" fmla="*/ 2545014 h 2545014"/>
              <a:gd name="connsiteX0" fmla="*/ 0 w 5221224"/>
              <a:gd name="connsiteY0" fmla="*/ 21270 h 2545014"/>
              <a:gd name="connsiteX1" fmla="*/ 1481328 w 5221224"/>
              <a:gd name="connsiteY1" fmla="*/ 12126 h 2545014"/>
              <a:gd name="connsiteX2" fmla="*/ 2350008 w 5221224"/>
              <a:gd name="connsiteY2" fmla="*/ 121854 h 2545014"/>
              <a:gd name="connsiteX3" fmla="*/ 2980944 w 5221224"/>
              <a:gd name="connsiteY3" fmla="*/ 341310 h 2545014"/>
              <a:gd name="connsiteX4" fmla="*/ 3721608 w 5221224"/>
              <a:gd name="connsiteY4" fmla="*/ 944814 h 2545014"/>
              <a:gd name="connsiteX5" fmla="*/ 4270248 w 5221224"/>
              <a:gd name="connsiteY5" fmla="*/ 1594038 h 2545014"/>
              <a:gd name="connsiteX6" fmla="*/ 4754880 w 5221224"/>
              <a:gd name="connsiteY6" fmla="*/ 1996374 h 2545014"/>
              <a:gd name="connsiteX7" fmla="*/ 5221224 w 5221224"/>
              <a:gd name="connsiteY7" fmla="*/ 2545014 h 2545014"/>
              <a:gd name="connsiteX0" fmla="*/ 0 w 5221224"/>
              <a:gd name="connsiteY0" fmla="*/ 21270 h 2545014"/>
              <a:gd name="connsiteX1" fmla="*/ 1481328 w 5221224"/>
              <a:gd name="connsiteY1" fmla="*/ 12126 h 2545014"/>
              <a:gd name="connsiteX2" fmla="*/ 2350008 w 5221224"/>
              <a:gd name="connsiteY2" fmla="*/ 121854 h 2545014"/>
              <a:gd name="connsiteX3" fmla="*/ 2980944 w 5221224"/>
              <a:gd name="connsiteY3" fmla="*/ 341310 h 2545014"/>
              <a:gd name="connsiteX4" fmla="*/ 3721608 w 5221224"/>
              <a:gd name="connsiteY4" fmla="*/ 944814 h 2545014"/>
              <a:gd name="connsiteX5" fmla="*/ 4270248 w 5221224"/>
              <a:gd name="connsiteY5" fmla="*/ 1594038 h 2545014"/>
              <a:gd name="connsiteX6" fmla="*/ 4709160 w 5221224"/>
              <a:gd name="connsiteY6" fmla="*/ 2096958 h 2545014"/>
              <a:gd name="connsiteX7" fmla="*/ 5221224 w 5221224"/>
              <a:gd name="connsiteY7" fmla="*/ 2545014 h 2545014"/>
              <a:gd name="connsiteX0" fmla="*/ 0 w 5129784"/>
              <a:gd name="connsiteY0" fmla="*/ 21270 h 2654742"/>
              <a:gd name="connsiteX1" fmla="*/ 1481328 w 5129784"/>
              <a:gd name="connsiteY1" fmla="*/ 12126 h 2654742"/>
              <a:gd name="connsiteX2" fmla="*/ 2350008 w 5129784"/>
              <a:gd name="connsiteY2" fmla="*/ 121854 h 2654742"/>
              <a:gd name="connsiteX3" fmla="*/ 2980944 w 5129784"/>
              <a:gd name="connsiteY3" fmla="*/ 341310 h 2654742"/>
              <a:gd name="connsiteX4" fmla="*/ 3721608 w 5129784"/>
              <a:gd name="connsiteY4" fmla="*/ 944814 h 2654742"/>
              <a:gd name="connsiteX5" fmla="*/ 4270248 w 5129784"/>
              <a:gd name="connsiteY5" fmla="*/ 1594038 h 2654742"/>
              <a:gd name="connsiteX6" fmla="*/ 4709160 w 5129784"/>
              <a:gd name="connsiteY6" fmla="*/ 2096958 h 2654742"/>
              <a:gd name="connsiteX7" fmla="*/ 5129784 w 5129784"/>
              <a:gd name="connsiteY7" fmla="*/ 2654742 h 2654742"/>
              <a:gd name="connsiteX0" fmla="*/ 0 w 5129784"/>
              <a:gd name="connsiteY0" fmla="*/ 21270 h 2654742"/>
              <a:gd name="connsiteX1" fmla="*/ 1481328 w 5129784"/>
              <a:gd name="connsiteY1" fmla="*/ 12126 h 2654742"/>
              <a:gd name="connsiteX2" fmla="*/ 2350008 w 5129784"/>
              <a:gd name="connsiteY2" fmla="*/ 121854 h 2654742"/>
              <a:gd name="connsiteX3" fmla="*/ 2980944 w 5129784"/>
              <a:gd name="connsiteY3" fmla="*/ 341310 h 2654742"/>
              <a:gd name="connsiteX4" fmla="*/ 3721608 w 5129784"/>
              <a:gd name="connsiteY4" fmla="*/ 944814 h 2654742"/>
              <a:gd name="connsiteX5" fmla="*/ 4315968 w 5129784"/>
              <a:gd name="connsiteY5" fmla="*/ 1530030 h 2654742"/>
              <a:gd name="connsiteX6" fmla="*/ 4709160 w 5129784"/>
              <a:gd name="connsiteY6" fmla="*/ 2096958 h 2654742"/>
              <a:gd name="connsiteX7" fmla="*/ 5129784 w 5129784"/>
              <a:gd name="connsiteY7" fmla="*/ 2654742 h 2654742"/>
              <a:gd name="connsiteX0" fmla="*/ 0 w 5129784"/>
              <a:gd name="connsiteY0" fmla="*/ 21270 h 2654742"/>
              <a:gd name="connsiteX1" fmla="*/ 1481328 w 5129784"/>
              <a:gd name="connsiteY1" fmla="*/ 12126 h 2654742"/>
              <a:gd name="connsiteX2" fmla="*/ 2350008 w 5129784"/>
              <a:gd name="connsiteY2" fmla="*/ 121854 h 2654742"/>
              <a:gd name="connsiteX3" fmla="*/ 2980944 w 5129784"/>
              <a:gd name="connsiteY3" fmla="*/ 341310 h 2654742"/>
              <a:gd name="connsiteX4" fmla="*/ 3721608 w 5129784"/>
              <a:gd name="connsiteY4" fmla="*/ 944814 h 2654742"/>
              <a:gd name="connsiteX5" fmla="*/ 4261104 w 5129784"/>
              <a:gd name="connsiteY5" fmla="*/ 1539174 h 2654742"/>
              <a:gd name="connsiteX6" fmla="*/ 4709160 w 5129784"/>
              <a:gd name="connsiteY6" fmla="*/ 2096958 h 2654742"/>
              <a:gd name="connsiteX7" fmla="*/ 5129784 w 5129784"/>
              <a:gd name="connsiteY7" fmla="*/ 2654742 h 2654742"/>
              <a:gd name="connsiteX0" fmla="*/ 0 w 5221224"/>
              <a:gd name="connsiteY0" fmla="*/ 21270 h 2709606"/>
              <a:gd name="connsiteX1" fmla="*/ 1481328 w 5221224"/>
              <a:gd name="connsiteY1" fmla="*/ 12126 h 2709606"/>
              <a:gd name="connsiteX2" fmla="*/ 2350008 w 5221224"/>
              <a:gd name="connsiteY2" fmla="*/ 121854 h 2709606"/>
              <a:gd name="connsiteX3" fmla="*/ 2980944 w 5221224"/>
              <a:gd name="connsiteY3" fmla="*/ 341310 h 2709606"/>
              <a:gd name="connsiteX4" fmla="*/ 3721608 w 5221224"/>
              <a:gd name="connsiteY4" fmla="*/ 944814 h 2709606"/>
              <a:gd name="connsiteX5" fmla="*/ 4261104 w 5221224"/>
              <a:gd name="connsiteY5" fmla="*/ 1539174 h 2709606"/>
              <a:gd name="connsiteX6" fmla="*/ 4709160 w 5221224"/>
              <a:gd name="connsiteY6" fmla="*/ 2096958 h 2709606"/>
              <a:gd name="connsiteX7" fmla="*/ 5221224 w 5221224"/>
              <a:gd name="connsiteY7" fmla="*/ 2709606 h 2709606"/>
              <a:gd name="connsiteX0" fmla="*/ 0 w 5221224"/>
              <a:gd name="connsiteY0" fmla="*/ 21270 h 2709606"/>
              <a:gd name="connsiteX1" fmla="*/ 1481328 w 5221224"/>
              <a:gd name="connsiteY1" fmla="*/ 12126 h 2709606"/>
              <a:gd name="connsiteX2" fmla="*/ 2350008 w 5221224"/>
              <a:gd name="connsiteY2" fmla="*/ 121854 h 2709606"/>
              <a:gd name="connsiteX3" fmla="*/ 2980944 w 5221224"/>
              <a:gd name="connsiteY3" fmla="*/ 341310 h 2709606"/>
              <a:gd name="connsiteX4" fmla="*/ 3721608 w 5221224"/>
              <a:gd name="connsiteY4" fmla="*/ 944814 h 2709606"/>
              <a:gd name="connsiteX5" fmla="*/ 4261104 w 5221224"/>
              <a:gd name="connsiteY5" fmla="*/ 1539174 h 2709606"/>
              <a:gd name="connsiteX6" fmla="*/ 4745736 w 5221224"/>
              <a:gd name="connsiteY6" fmla="*/ 2051238 h 2709606"/>
              <a:gd name="connsiteX7" fmla="*/ 5221224 w 5221224"/>
              <a:gd name="connsiteY7" fmla="*/ 2709606 h 2709606"/>
              <a:gd name="connsiteX0" fmla="*/ 0 w 5221224"/>
              <a:gd name="connsiteY0" fmla="*/ 21270 h 2709606"/>
              <a:gd name="connsiteX1" fmla="*/ 1481328 w 5221224"/>
              <a:gd name="connsiteY1" fmla="*/ 12126 h 2709606"/>
              <a:gd name="connsiteX2" fmla="*/ 2350008 w 5221224"/>
              <a:gd name="connsiteY2" fmla="*/ 121854 h 2709606"/>
              <a:gd name="connsiteX3" fmla="*/ 2980944 w 5221224"/>
              <a:gd name="connsiteY3" fmla="*/ 341310 h 2709606"/>
              <a:gd name="connsiteX4" fmla="*/ 3721608 w 5221224"/>
              <a:gd name="connsiteY4" fmla="*/ 944814 h 2709606"/>
              <a:gd name="connsiteX5" fmla="*/ 4261104 w 5221224"/>
              <a:gd name="connsiteY5" fmla="*/ 1539174 h 2709606"/>
              <a:gd name="connsiteX6" fmla="*/ 4718304 w 5221224"/>
              <a:gd name="connsiteY6" fmla="*/ 2060382 h 2709606"/>
              <a:gd name="connsiteX7" fmla="*/ 5221224 w 5221224"/>
              <a:gd name="connsiteY7" fmla="*/ 2709606 h 2709606"/>
              <a:gd name="connsiteX0" fmla="*/ 0 w 5221224"/>
              <a:gd name="connsiteY0" fmla="*/ 21270 h 2709606"/>
              <a:gd name="connsiteX1" fmla="*/ 1481328 w 5221224"/>
              <a:gd name="connsiteY1" fmla="*/ 12126 h 2709606"/>
              <a:gd name="connsiteX2" fmla="*/ 2350008 w 5221224"/>
              <a:gd name="connsiteY2" fmla="*/ 121854 h 2709606"/>
              <a:gd name="connsiteX3" fmla="*/ 2980944 w 5221224"/>
              <a:gd name="connsiteY3" fmla="*/ 341310 h 2709606"/>
              <a:gd name="connsiteX4" fmla="*/ 3721608 w 5221224"/>
              <a:gd name="connsiteY4" fmla="*/ 944814 h 2709606"/>
              <a:gd name="connsiteX5" fmla="*/ 4261104 w 5221224"/>
              <a:gd name="connsiteY5" fmla="*/ 1539174 h 2709606"/>
              <a:gd name="connsiteX6" fmla="*/ 4764024 w 5221224"/>
              <a:gd name="connsiteY6" fmla="*/ 2060382 h 2709606"/>
              <a:gd name="connsiteX7" fmla="*/ 5221224 w 5221224"/>
              <a:gd name="connsiteY7" fmla="*/ 2709606 h 2709606"/>
              <a:gd name="connsiteX0" fmla="*/ 0 w 5221224"/>
              <a:gd name="connsiteY0" fmla="*/ 21270 h 2709606"/>
              <a:gd name="connsiteX1" fmla="*/ 1481328 w 5221224"/>
              <a:gd name="connsiteY1" fmla="*/ 12126 h 2709606"/>
              <a:gd name="connsiteX2" fmla="*/ 2350008 w 5221224"/>
              <a:gd name="connsiteY2" fmla="*/ 121854 h 2709606"/>
              <a:gd name="connsiteX3" fmla="*/ 2980944 w 5221224"/>
              <a:gd name="connsiteY3" fmla="*/ 341310 h 2709606"/>
              <a:gd name="connsiteX4" fmla="*/ 3721608 w 5221224"/>
              <a:gd name="connsiteY4" fmla="*/ 944814 h 2709606"/>
              <a:gd name="connsiteX5" fmla="*/ 4261104 w 5221224"/>
              <a:gd name="connsiteY5" fmla="*/ 1539174 h 2709606"/>
              <a:gd name="connsiteX6" fmla="*/ 4736592 w 5221224"/>
              <a:gd name="connsiteY6" fmla="*/ 2060382 h 2709606"/>
              <a:gd name="connsiteX7" fmla="*/ 5221224 w 5221224"/>
              <a:gd name="connsiteY7" fmla="*/ 2709606 h 2709606"/>
              <a:gd name="connsiteX0" fmla="*/ 0 w 5248656"/>
              <a:gd name="connsiteY0" fmla="*/ 21270 h 2700462"/>
              <a:gd name="connsiteX1" fmla="*/ 1481328 w 5248656"/>
              <a:gd name="connsiteY1" fmla="*/ 12126 h 2700462"/>
              <a:gd name="connsiteX2" fmla="*/ 2350008 w 5248656"/>
              <a:gd name="connsiteY2" fmla="*/ 121854 h 2700462"/>
              <a:gd name="connsiteX3" fmla="*/ 2980944 w 5248656"/>
              <a:gd name="connsiteY3" fmla="*/ 341310 h 2700462"/>
              <a:gd name="connsiteX4" fmla="*/ 3721608 w 5248656"/>
              <a:gd name="connsiteY4" fmla="*/ 944814 h 2700462"/>
              <a:gd name="connsiteX5" fmla="*/ 4261104 w 5248656"/>
              <a:gd name="connsiteY5" fmla="*/ 1539174 h 2700462"/>
              <a:gd name="connsiteX6" fmla="*/ 4736592 w 5248656"/>
              <a:gd name="connsiteY6" fmla="*/ 2060382 h 2700462"/>
              <a:gd name="connsiteX7" fmla="*/ 5248656 w 5248656"/>
              <a:gd name="connsiteY7" fmla="*/ 2700462 h 2700462"/>
              <a:gd name="connsiteX0" fmla="*/ 0 w 5248656"/>
              <a:gd name="connsiteY0" fmla="*/ 27127 h 2706319"/>
              <a:gd name="connsiteX1" fmla="*/ 1490472 w 5248656"/>
              <a:gd name="connsiteY1" fmla="*/ 8839 h 2706319"/>
              <a:gd name="connsiteX2" fmla="*/ 2350008 w 5248656"/>
              <a:gd name="connsiteY2" fmla="*/ 127711 h 2706319"/>
              <a:gd name="connsiteX3" fmla="*/ 2980944 w 5248656"/>
              <a:gd name="connsiteY3" fmla="*/ 347167 h 2706319"/>
              <a:gd name="connsiteX4" fmla="*/ 3721608 w 5248656"/>
              <a:gd name="connsiteY4" fmla="*/ 950671 h 2706319"/>
              <a:gd name="connsiteX5" fmla="*/ 4261104 w 5248656"/>
              <a:gd name="connsiteY5" fmla="*/ 1545031 h 2706319"/>
              <a:gd name="connsiteX6" fmla="*/ 4736592 w 5248656"/>
              <a:gd name="connsiteY6" fmla="*/ 2066239 h 2706319"/>
              <a:gd name="connsiteX7" fmla="*/ 5248656 w 5248656"/>
              <a:gd name="connsiteY7" fmla="*/ 2706319 h 2706319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2980944 w 5248656"/>
              <a:gd name="connsiteY3" fmla="*/ 345818 h 2704970"/>
              <a:gd name="connsiteX4" fmla="*/ 3721608 w 5248656"/>
              <a:gd name="connsiteY4" fmla="*/ 949322 h 2704970"/>
              <a:gd name="connsiteX5" fmla="*/ 4261104 w 5248656"/>
              <a:gd name="connsiteY5" fmla="*/ 1543682 h 2704970"/>
              <a:gd name="connsiteX6" fmla="*/ 4736592 w 5248656"/>
              <a:gd name="connsiteY6" fmla="*/ 2064890 h 2704970"/>
              <a:gd name="connsiteX7" fmla="*/ 5248656 w 5248656"/>
              <a:gd name="connsiteY7" fmla="*/ 2704970 h 2704970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3008376 w 5248656"/>
              <a:gd name="connsiteY3" fmla="*/ 345818 h 2704970"/>
              <a:gd name="connsiteX4" fmla="*/ 3721608 w 5248656"/>
              <a:gd name="connsiteY4" fmla="*/ 949322 h 2704970"/>
              <a:gd name="connsiteX5" fmla="*/ 4261104 w 5248656"/>
              <a:gd name="connsiteY5" fmla="*/ 1543682 h 2704970"/>
              <a:gd name="connsiteX6" fmla="*/ 4736592 w 5248656"/>
              <a:gd name="connsiteY6" fmla="*/ 2064890 h 2704970"/>
              <a:gd name="connsiteX7" fmla="*/ 5248656 w 5248656"/>
              <a:gd name="connsiteY7" fmla="*/ 2704970 h 2704970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3008376 w 5248656"/>
              <a:gd name="connsiteY3" fmla="*/ 345818 h 2704970"/>
              <a:gd name="connsiteX4" fmla="*/ 3749040 w 5248656"/>
              <a:gd name="connsiteY4" fmla="*/ 949322 h 2704970"/>
              <a:gd name="connsiteX5" fmla="*/ 4261104 w 5248656"/>
              <a:gd name="connsiteY5" fmla="*/ 1543682 h 2704970"/>
              <a:gd name="connsiteX6" fmla="*/ 4736592 w 5248656"/>
              <a:gd name="connsiteY6" fmla="*/ 2064890 h 2704970"/>
              <a:gd name="connsiteX7" fmla="*/ 5248656 w 5248656"/>
              <a:gd name="connsiteY7" fmla="*/ 2704970 h 2704970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3008376 w 5248656"/>
              <a:gd name="connsiteY3" fmla="*/ 345818 h 2704970"/>
              <a:gd name="connsiteX4" fmla="*/ 3749040 w 5248656"/>
              <a:gd name="connsiteY4" fmla="*/ 949322 h 2704970"/>
              <a:gd name="connsiteX5" fmla="*/ 4288536 w 5248656"/>
              <a:gd name="connsiteY5" fmla="*/ 1525394 h 2704970"/>
              <a:gd name="connsiteX6" fmla="*/ 4736592 w 5248656"/>
              <a:gd name="connsiteY6" fmla="*/ 2064890 h 2704970"/>
              <a:gd name="connsiteX7" fmla="*/ 5248656 w 5248656"/>
              <a:gd name="connsiteY7" fmla="*/ 2704970 h 2704970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3008376 w 5248656"/>
              <a:gd name="connsiteY3" fmla="*/ 345818 h 2704970"/>
              <a:gd name="connsiteX4" fmla="*/ 3451894 w 5248656"/>
              <a:gd name="connsiteY4" fmla="*/ 625244 h 2704970"/>
              <a:gd name="connsiteX5" fmla="*/ 3749040 w 5248656"/>
              <a:gd name="connsiteY5" fmla="*/ 949322 h 2704970"/>
              <a:gd name="connsiteX6" fmla="*/ 4288536 w 5248656"/>
              <a:gd name="connsiteY6" fmla="*/ 1525394 h 2704970"/>
              <a:gd name="connsiteX7" fmla="*/ 4736592 w 5248656"/>
              <a:gd name="connsiteY7" fmla="*/ 2064890 h 2704970"/>
              <a:gd name="connsiteX8" fmla="*/ 5248656 w 5248656"/>
              <a:gd name="connsiteY8" fmla="*/ 2704970 h 2704970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3008376 w 5248656"/>
              <a:gd name="connsiteY3" fmla="*/ 345818 h 2704970"/>
              <a:gd name="connsiteX4" fmla="*/ 3424462 w 5248656"/>
              <a:gd name="connsiteY4" fmla="*/ 634388 h 2704970"/>
              <a:gd name="connsiteX5" fmla="*/ 3749040 w 5248656"/>
              <a:gd name="connsiteY5" fmla="*/ 949322 h 2704970"/>
              <a:gd name="connsiteX6" fmla="*/ 4288536 w 5248656"/>
              <a:gd name="connsiteY6" fmla="*/ 1525394 h 2704970"/>
              <a:gd name="connsiteX7" fmla="*/ 4736592 w 5248656"/>
              <a:gd name="connsiteY7" fmla="*/ 2064890 h 2704970"/>
              <a:gd name="connsiteX8" fmla="*/ 5248656 w 5248656"/>
              <a:gd name="connsiteY8" fmla="*/ 2704970 h 2704970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3008376 w 5248656"/>
              <a:gd name="connsiteY3" fmla="*/ 345818 h 2704970"/>
              <a:gd name="connsiteX4" fmla="*/ 3424462 w 5248656"/>
              <a:gd name="connsiteY4" fmla="*/ 634388 h 2704970"/>
              <a:gd name="connsiteX5" fmla="*/ 3767328 w 5248656"/>
              <a:gd name="connsiteY5" fmla="*/ 949322 h 2704970"/>
              <a:gd name="connsiteX6" fmla="*/ 4288536 w 5248656"/>
              <a:gd name="connsiteY6" fmla="*/ 1525394 h 2704970"/>
              <a:gd name="connsiteX7" fmla="*/ 4736592 w 5248656"/>
              <a:gd name="connsiteY7" fmla="*/ 2064890 h 2704970"/>
              <a:gd name="connsiteX8" fmla="*/ 5248656 w 5248656"/>
              <a:gd name="connsiteY8" fmla="*/ 2704970 h 2704970"/>
              <a:gd name="connsiteX0" fmla="*/ 0 w 5155615"/>
              <a:gd name="connsiteY0" fmla="*/ 25778 h 2562095"/>
              <a:gd name="connsiteX1" fmla="*/ 1490472 w 5155615"/>
              <a:gd name="connsiteY1" fmla="*/ 7490 h 2562095"/>
              <a:gd name="connsiteX2" fmla="*/ 2340864 w 5155615"/>
              <a:gd name="connsiteY2" fmla="*/ 108074 h 2562095"/>
              <a:gd name="connsiteX3" fmla="*/ 3008376 w 5155615"/>
              <a:gd name="connsiteY3" fmla="*/ 345818 h 2562095"/>
              <a:gd name="connsiteX4" fmla="*/ 3424462 w 5155615"/>
              <a:gd name="connsiteY4" fmla="*/ 634388 h 2562095"/>
              <a:gd name="connsiteX5" fmla="*/ 3767328 w 5155615"/>
              <a:gd name="connsiteY5" fmla="*/ 949322 h 2562095"/>
              <a:gd name="connsiteX6" fmla="*/ 4288536 w 5155615"/>
              <a:gd name="connsiteY6" fmla="*/ 1525394 h 2562095"/>
              <a:gd name="connsiteX7" fmla="*/ 4736592 w 5155615"/>
              <a:gd name="connsiteY7" fmla="*/ 2064890 h 2562095"/>
              <a:gd name="connsiteX8" fmla="*/ 5155615 w 5155615"/>
              <a:gd name="connsiteY8" fmla="*/ 2562095 h 2562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5615" h="2562095">
                <a:moveTo>
                  <a:pt x="0" y="25778"/>
                </a:moveTo>
                <a:cubicBezTo>
                  <a:pt x="520446" y="-1654"/>
                  <a:pt x="1100328" y="-6226"/>
                  <a:pt x="1490472" y="7490"/>
                </a:cubicBezTo>
                <a:cubicBezTo>
                  <a:pt x="1880616" y="21206"/>
                  <a:pt x="2087880" y="51686"/>
                  <a:pt x="2340864" y="108074"/>
                </a:cubicBezTo>
                <a:cubicBezTo>
                  <a:pt x="2593848" y="164462"/>
                  <a:pt x="2827776" y="258099"/>
                  <a:pt x="3008376" y="345818"/>
                </a:cubicBezTo>
                <a:cubicBezTo>
                  <a:pt x="3188976" y="433537"/>
                  <a:pt x="3301018" y="533804"/>
                  <a:pt x="3424462" y="634388"/>
                </a:cubicBezTo>
                <a:cubicBezTo>
                  <a:pt x="3547906" y="734972"/>
                  <a:pt x="3623316" y="800821"/>
                  <a:pt x="3767328" y="949322"/>
                </a:cubicBezTo>
                <a:cubicBezTo>
                  <a:pt x="3911340" y="1097823"/>
                  <a:pt x="4126992" y="1339466"/>
                  <a:pt x="4288536" y="1525394"/>
                </a:cubicBezTo>
                <a:cubicBezTo>
                  <a:pt x="4450080" y="1711322"/>
                  <a:pt x="4592079" y="1892107"/>
                  <a:pt x="4736592" y="2064890"/>
                </a:cubicBezTo>
                <a:cubicBezTo>
                  <a:pt x="4881105" y="2237673"/>
                  <a:pt x="5061127" y="2417315"/>
                  <a:pt x="5155615" y="2562095"/>
                </a:cubicBezTo>
              </a:path>
            </a:pathLst>
          </a:custGeom>
          <a:noFill/>
          <a:ln w="63500">
            <a:solidFill>
              <a:srgbClr val="0769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C143702E-A114-4DD4-B020-80404117C501}"/>
                  </a:ext>
                </a:extLst>
              </p14:cNvPr>
              <p14:cNvContentPartPr/>
              <p14:nvPr/>
            </p14:nvContentPartPr>
            <p14:xfrm>
              <a:off x="1079640" y="514440"/>
              <a:ext cx="9738720" cy="4107240"/>
            </p14:xfrm>
          </p:contentPart>
        </mc:Choice>
        <mc:Fallback xmlns=""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C143702E-A114-4DD4-B020-80404117C50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0280" y="505080"/>
                <a:ext cx="9757440" cy="4125960"/>
              </a:xfrm>
              <a:prstGeom prst="rect">
                <a:avLst/>
              </a:prstGeom>
            </p:spPr>
          </p:pic>
        </mc:Fallback>
      </mc:AlternateContent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0" presetClass="path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0.00026 0.00046 L -0.00026 0.00069 C 0.00417 -0.00024 0.00873 -0.00047 0.01329 -0.00139 C 0.01745 -0.00232 0.02149 -0.00487 0.02579 -0.0051 C 0.03438 -0.00602 0.0431 -0.0051 0.05183 -0.0051 L 0.09349 -0.00695 L 0.13933 -0.00139 L 0.18412 0.00787 L 0.22266 0.03194 L 0.26433 0.07083 L 0.30704 0.14305 L 0.34037 0.21342 L 0.36641 0.26157 L 0.38933 0.32083 L 0.41329 0.36342 " pathEditMode="relative" rAng="0" ptsTypes="AAAAAAAAAAAAAAA">
                                      <p:cBhvr>
                                        <p:cTn id="34" dur="1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77" y="17778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6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7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10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5" grpId="0"/>
      <p:bldP spid="48" grpId="0" animBg="1"/>
      <p:bldP spid="48" grpId="1" animBg="1"/>
      <p:bldP spid="49" grpId="0" animBg="1"/>
      <p:bldP spid="50" grpId="0"/>
      <p:bldP spid="51" grpId="0"/>
      <p:bldP spid="84" grpId="0"/>
      <p:bldP spid="85" grpId="0"/>
      <p:bldP spid="8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1 Elipse"/>
          <p:cNvSpPr/>
          <p:nvPr/>
        </p:nvSpPr>
        <p:spPr>
          <a:xfrm>
            <a:off x="3424972" y="818565"/>
            <a:ext cx="432048" cy="43204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9" name="2 Elipse"/>
          <p:cNvSpPr/>
          <p:nvPr/>
        </p:nvSpPr>
        <p:spPr>
          <a:xfrm>
            <a:off x="2848908" y="4058925"/>
            <a:ext cx="432048" cy="43204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50" name="3 CuadroTexto"/>
          <p:cNvSpPr txBox="1"/>
          <p:nvPr/>
        </p:nvSpPr>
        <p:spPr>
          <a:xfrm>
            <a:off x="1200564" y="3557429"/>
            <a:ext cx="19977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76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Observador</a:t>
            </a:r>
          </a:p>
        </p:txBody>
      </p:sp>
      <p:sp>
        <p:nvSpPr>
          <p:cNvPr id="51" name="4 CuadroTexto"/>
          <p:cNvSpPr txBox="1"/>
          <p:nvPr/>
        </p:nvSpPr>
        <p:spPr>
          <a:xfrm>
            <a:off x="1219132" y="789261"/>
            <a:ext cx="203795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76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Observable</a:t>
            </a:r>
          </a:p>
        </p:txBody>
      </p:sp>
      <p:cxnSp>
        <p:nvCxnSpPr>
          <p:cNvPr id="53" name="6 Conector recto de flecha"/>
          <p:cNvCxnSpPr/>
          <p:nvPr/>
        </p:nvCxnSpPr>
        <p:spPr>
          <a:xfrm flipV="1">
            <a:off x="3064932" y="1034589"/>
            <a:ext cx="576064" cy="3240360"/>
          </a:xfrm>
          <a:prstGeom prst="straightConnector1">
            <a:avLst/>
          </a:prstGeom>
          <a:ln w="63500">
            <a:solidFill>
              <a:srgbClr val="FF66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20 Conector recto de flecha"/>
          <p:cNvCxnSpPr/>
          <p:nvPr/>
        </p:nvCxnSpPr>
        <p:spPr>
          <a:xfrm flipV="1">
            <a:off x="3064932" y="1034589"/>
            <a:ext cx="1080120" cy="3240360"/>
          </a:xfrm>
          <a:prstGeom prst="straightConnector1">
            <a:avLst/>
          </a:prstGeom>
          <a:ln w="63500">
            <a:solidFill>
              <a:srgbClr val="FF66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23 Conector recto de flecha"/>
          <p:cNvCxnSpPr/>
          <p:nvPr/>
        </p:nvCxnSpPr>
        <p:spPr>
          <a:xfrm flipV="1">
            <a:off x="3064932" y="1034589"/>
            <a:ext cx="1584176" cy="3240360"/>
          </a:xfrm>
          <a:prstGeom prst="straightConnector1">
            <a:avLst/>
          </a:prstGeom>
          <a:ln w="635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29 Conector recto de flecha"/>
          <p:cNvCxnSpPr/>
          <p:nvPr/>
        </p:nvCxnSpPr>
        <p:spPr>
          <a:xfrm flipV="1">
            <a:off x="3064932" y="1034589"/>
            <a:ext cx="2088232" cy="3240360"/>
          </a:xfrm>
          <a:prstGeom prst="straightConnector1">
            <a:avLst/>
          </a:prstGeom>
          <a:ln w="63500">
            <a:solidFill>
              <a:srgbClr val="FF66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32 Conector recto de flecha"/>
          <p:cNvCxnSpPr/>
          <p:nvPr/>
        </p:nvCxnSpPr>
        <p:spPr>
          <a:xfrm flipV="1">
            <a:off x="3064932" y="1106597"/>
            <a:ext cx="2664296" cy="3168352"/>
          </a:xfrm>
          <a:prstGeom prst="straightConnector1">
            <a:avLst/>
          </a:prstGeom>
          <a:ln w="63500">
            <a:solidFill>
              <a:srgbClr val="FF66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35 Conector recto de flecha"/>
          <p:cNvCxnSpPr/>
          <p:nvPr/>
        </p:nvCxnSpPr>
        <p:spPr>
          <a:xfrm flipV="1">
            <a:off x="3064932" y="1178605"/>
            <a:ext cx="3168352" cy="3096344"/>
          </a:xfrm>
          <a:prstGeom prst="straightConnector1">
            <a:avLst/>
          </a:prstGeom>
          <a:ln w="63500">
            <a:solidFill>
              <a:srgbClr val="FF66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38 Conector recto de flecha"/>
          <p:cNvCxnSpPr/>
          <p:nvPr/>
        </p:nvCxnSpPr>
        <p:spPr>
          <a:xfrm flipV="1">
            <a:off x="3064932" y="1394629"/>
            <a:ext cx="3528392" cy="2880320"/>
          </a:xfrm>
          <a:prstGeom prst="straightConnector1">
            <a:avLst/>
          </a:prstGeom>
          <a:ln w="63500">
            <a:solidFill>
              <a:srgbClr val="FF66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43 Conector recto de flecha"/>
          <p:cNvCxnSpPr/>
          <p:nvPr/>
        </p:nvCxnSpPr>
        <p:spPr>
          <a:xfrm flipV="1">
            <a:off x="3064932" y="1898685"/>
            <a:ext cx="4176464" cy="2376264"/>
          </a:xfrm>
          <a:prstGeom prst="straightConnector1">
            <a:avLst/>
          </a:prstGeom>
          <a:ln w="63500">
            <a:solidFill>
              <a:srgbClr val="FF66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46 Conector recto de flecha"/>
          <p:cNvCxnSpPr/>
          <p:nvPr/>
        </p:nvCxnSpPr>
        <p:spPr>
          <a:xfrm flipV="1">
            <a:off x="3064932" y="1610653"/>
            <a:ext cx="3888432" cy="2664296"/>
          </a:xfrm>
          <a:prstGeom prst="straightConnector1">
            <a:avLst/>
          </a:prstGeom>
          <a:ln w="63500">
            <a:solidFill>
              <a:srgbClr val="FF66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51 Conector recto de flecha"/>
          <p:cNvCxnSpPr/>
          <p:nvPr/>
        </p:nvCxnSpPr>
        <p:spPr>
          <a:xfrm flipV="1">
            <a:off x="3064932" y="2186717"/>
            <a:ext cx="4464496" cy="2088232"/>
          </a:xfrm>
          <a:prstGeom prst="straightConnector1">
            <a:avLst/>
          </a:prstGeom>
          <a:ln w="63500">
            <a:solidFill>
              <a:srgbClr val="FF66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54 Conector recto de flecha"/>
          <p:cNvCxnSpPr/>
          <p:nvPr/>
        </p:nvCxnSpPr>
        <p:spPr>
          <a:xfrm flipV="1">
            <a:off x="3064932" y="2474749"/>
            <a:ext cx="4752528" cy="1800200"/>
          </a:xfrm>
          <a:prstGeom prst="straightConnector1">
            <a:avLst/>
          </a:prstGeom>
          <a:ln w="63500">
            <a:solidFill>
              <a:srgbClr val="FF66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57 Conector recto de flecha"/>
          <p:cNvCxnSpPr/>
          <p:nvPr/>
        </p:nvCxnSpPr>
        <p:spPr>
          <a:xfrm flipV="1">
            <a:off x="3064932" y="2834789"/>
            <a:ext cx="5040560" cy="1440160"/>
          </a:xfrm>
          <a:prstGeom prst="straightConnector1">
            <a:avLst/>
          </a:prstGeom>
          <a:ln w="63500">
            <a:solidFill>
              <a:srgbClr val="FF66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60 Conector recto de flecha"/>
          <p:cNvCxnSpPr/>
          <p:nvPr/>
        </p:nvCxnSpPr>
        <p:spPr>
          <a:xfrm flipV="1">
            <a:off x="3064932" y="3194829"/>
            <a:ext cx="5328592" cy="1080120"/>
          </a:xfrm>
          <a:prstGeom prst="straightConnector1">
            <a:avLst/>
          </a:prstGeom>
          <a:ln w="63500">
            <a:solidFill>
              <a:srgbClr val="FF66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63 Conector recto de flecha"/>
          <p:cNvCxnSpPr/>
          <p:nvPr/>
        </p:nvCxnSpPr>
        <p:spPr>
          <a:xfrm flipV="1">
            <a:off x="3064932" y="3554869"/>
            <a:ext cx="5616624" cy="720080"/>
          </a:xfrm>
          <a:prstGeom prst="straightConnector1">
            <a:avLst/>
          </a:prstGeom>
          <a:ln w="63500">
            <a:solidFill>
              <a:srgbClr val="FF66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34 CuadroTexto"/>
              <p:cNvSpPr txBox="1"/>
              <p:nvPr/>
            </p:nvSpPr>
            <p:spPr>
              <a:xfrm>
                <a:off x="3424972" y="286282"/>
                <a:ext cx="359256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2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rPr>
                  <a:t>Instante de tiempo : </a:t>
                </a:r>
                <a14:m>
                  <m:oMath xmlns:m="http://schemas.openxmlformats.org/officeDocument/2006/math">
                    <m:r>
                      <a:rPr kumimoji="0" lang="es-PE" sz="25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endParaRPr kumimoji="0" lang="es-PE" sz="25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4" name="3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4972" y="286282"/>
                <a:ext cx="3592560" cy="477054"/>
              </a:xfrm>
              <a:prstGeom prst="rect">
                <a:avLst/>
              </a:prstGeom>
              <a:blipFill>
                <a:blip r:embed="rId2"/>
                <a:stretch>
                  <a:fillRect l="-3056" t="-10256" b="-3717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7 CuadroTexto"/>
              <p:cNvSpPr txBox="1"/>
              <p:nvPr/>
            </p:nvSpPr>
            <p:spPr>
              <a:xfrm>
                <a:off x="816856" y="2045861"/>
                <a:ext cx="2746856" cy="1092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2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rPr>
                  <a:t>Vector posición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es-PE" sz="4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0" lang="es-PE" sz="4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acc>
                    </m:oMath>
                  </m:oMathPara>
                </a14:m>
                <a:endParaRPr kumimoji="0" lang="es-PE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5" name="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856" y="2045861"/>
                <a:ext cx="2746856" cy="1092607"/>
              </a:xfrm>
              <a:prstGeom prst="rect">
                <a:avLst/>
              </a:prstGeom>
              <a:blipFill>
                <a:blip r:embed="rId3"/>
                <a:stretch>
                  <a:fillRect l="-3769" t="-502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Forma libre 87"/>
          <p:cNvSpPr/>
          <p:nvPr/>
        </p:nvSpPr>
        <p:spPr>
          <a:xfrm>
            <a:off x="3648924" y="1002651"/>
            <a:ext cx="5014152" cy="2562095"/>
          </a:xfrm>
          <a:custGeom>
            <a:avLst/>
            <a:gdLst>
              <a:gd name="connsiteX0" fmla="*/ 0 w 5285232"/>
              <a:gd name="connsiteY0" fmla="*/ 47513 h 3001025"/>
              <a:gd name="connsiteX1" fmla="*/ 1426464 w 5285232"/>
              <a:gd name="connsiteY1" fmla="*/ 1793 h 3001025"/>
              <a:gd name="connsiteX2" fmla="*/ 2313432 w 5285232"/>
              <a:gd name="connsiteY2" fmla="*/ 102377 h 3001025"/>
              <a:gd name="connsiteX3" fmla="*/ 2980944 w 5285232"/>
              <a:gd name="connsiteY3" fmla="*/ 330977 h 3001025"/>
              <a:gd name="connsiteX4" fmla="*/ 3758184 w 5285232"/>
              <a:gd name="connsiteY4" fmla="*/ 971057 h 3001025"/>
              <a:gd name="connsiteX5" fmla="*/ 4297680 w 5285232"/>
              <a:gd name="connsiteY5" fmla="*/ 1638569 h 3001025"/>
              <a:gd name="connsiteX6" fmla="*/ 4718304 w 5285232"/>
              <a:gd name="connsiteY6" fmla="*/ 2132345 h 3001025"/>
              <a:gd name="connsiteX7" fmla="*/ 5184648 w 5285232"/>
              <a:gd name="connsiteY7" fmla="*/ 2680985 h 3001025"/>
              <a:gd name="connsiteX8" fmla="*/ 5285232 w 5285232"/>
              <a:gd name="connsiteY8" fmla="*/ 3001025 h 3001025"/>
              <a:gd name="connsiteX0" fmla="*/ 0 w 5285232"/>
              <a:gd name="connsiteY0" fmla="*/ 64597 h 2999821"/>
              <a:gd name="connsiteX1" fmla="*/ 1426464 w 5285232"/>
              <a:gd name="connsiteY1" fmla="*/ 589 h 2999821"/>
              <a:gd name="connsiteX2" fmla="*/ 2313432 w 5285232"/>
              <a:gd name="connsiteY2" fmla="*/ 101173 h 2999821"/>
              <a:gd name="connsiteX3" fmla="*/ 2980944 w 5285232"/>
              <a:gd name="connsiteY3" fmla="*/ 329773 h 2999821"/>
              <a:gd name="connsiteX4" fmla="*/ 3758184 w 5285232"/>
              <a:gd name="connsiteY4" fmla="*/ 969853 h 2999821"/>
              <a:gd name="connsiteX5" fmla="*/ 4297680 w 5285232"/>
              <a:gd name="connsiteY5" fmla="*/ 1637365 h 2999821"/>
              <a:gd name="connsiteX6" fmla="*/ 4718304 w 5285232"/>
              <a:gd name="connsiteY6" fmla="*/ 2131141 h 2999821"/>
              <a:gd name="connsiteX7" fmla="*/ 5184648 w 5285232"/>
              <a:gd name="connsiteY7" fmla="*/ 2679781 h 2999821"/>
              <a:gd name="connsiteX8" fmla="*/ 5285232 w 5285232"/>
              <a:gd name="connsiteY8" fmla="*/ 2999821 h 2999821"/>
              <a:gd name="connsiteX0" fmla="*/ 0 w 5184648"/>
              <a:gd name="connsiteY0" fmla="*/ 64597 h 2679781"/>
              <a:gd name="connsiteX1" fmla="*/ 1426464 w 5184648"/>
              <a:gd name="connsiteY1" fmla="*/ 589 h 2679781"/>
              <a:gd name="connsiteX2" fmla="*/ 2313432 w 5184648"/>
              <a:gd name="connsiteY2" fmla="*/ 101173 h 2679781"/>
              <a:gd name="connsiteX3" fmla="*/ 2980944 w 5184648"/>
              <a:gd name="connsiteY3" fmla="*/ 329773 h 2679781"/>
              <a:gd name="connsiteX4" fmla="*/ 3758184 w 5184648"/>
              <a:gd name="connsiteY4" fmla="*/ 969853 h 2679781"/>
              <a:gd name="connsiteX5" fmla="*/ 4297680 w 5184648"/>
              <a:gd name="connsiteY5" fmla="*/ 1637365 h 2679781"/>
              <a:gd name="connsiteX6" fmla="*/ 4718304 w 5184648"/>
              <a:gd name="connsiteY6" fmla="*/ 2131141 h 2679781"/>
              <a:gd name="connsiteX7" fmla="*/ 5184648 w 5184648"/>
              <a:gd name="connsiteY7" fmla="*/ 2679781 h 2679781"/>
              <a:gd name="connsiteX0" fmla="*/ 0 w 5184648"/>
              <a:gd name="connsiteY0" fmla="*/ 64597 h 2679781"/>
              <a:gd name="connsiteX1" fmla="*/ 1426464 w 5184648"/>
              <a:gd name="connsiteY1" fmla="*/ 589 h 2679781"/>
              <a:gd name="connsiteX2" fmla="*/ 2313432 w 5184648"/>
              <a:gd name="connsiteY2" fmla="*/ 101173 h 2679781"/>
              <a:gd name="connsiteX3" fmla="*/ 2980944 w 5184648"/>
              <a:gd name="connsiteY3" fmla="*/ 329773 h 2679781"/>
              <a:gd name="connsiteX4" fmla="*/ 3758184 w 5184648"/>
              <a:gd name="connsiteY4" fmla="*/ 969853 h 2679781"/>
              <a:gd name="connsiteX5" fmla="*/ 4325112 w 5184648"/>
              <a:gd name="connsiteY5" fmla="*/ 1637365 h 2679781"/>
              <a:gd name="connsiteX6" fmla="*/ 4718304 w 5184648"/>
              <a:gd name="connsiteY6" fmla="*/ 2131141 h 2679781"/>
              <a:gd name="connsiteX7" fmla="*/ 5184648 w 5184648"/>
              <a:gd name="connsiteY7" fmla="*/ 2679781 h 2679781"/>
              <a:gd name="connsiteX0" fmla="*/ 0 w 5184648"/>
              <a:gd name="connsiteY0" fmla="*/ 13664 h 2628848"/>
              <a:gd name="connsiteX1" fmla="*/ 1426464 w 5184648"/>
              <a:gd name="connsiteY1" fmla="*/ 13664 h 2628848"/>
              <a:gd name="connsiteX2" fmla="*/ 2313432 w 5184648"/>
              <a:gd name="connsiteY2" fmla="*/ 50240 h 2628848"/>
              <a:gd name="connsiteX3" fmla="*/ 2980944 w 5184648"/>
              <a:gd name="connsiteY3" fmla="*/ 278840 h 2628848"/>
              <a:gd name="connsiteX4" fmla="*/ 3758184 w 5184648"/>
              <a:gd name="connsiteY4" fmla="*/ 918920 h 2628848"/>
              <a:gd name="connsiteX5" fmla="*/ 4325112 w 5184648"/>
              <a:gd name="connsiteY5" fmla="*/ 1586432 h 2628848"/>
              <a:gd name="connsiteX6" fmla="*/ 4718304 w 5184648"/>
              <a:gd name="connsiteY6" fmla="*/ 2080208 h 2628848"/>
              <a:gd name="connsiteX7" fmla="*/ 5184648 w 5184648"/>
              <a:gd name="connsiteY7" fmla="*/ 2628848 h 2628848"/>
              <a:gd name="connsiteX0" fmla="*/ 0 w 5221224"/>
              <a:gd name="connsiteY0" fmla="*/ 95926 h 2619670"/>
              <a:gd name="connsiteX1" fmla="*/ 1463040 w 5221224"/>
              <a:gd name="connsiteY1" fmla="*/ 4486 h 2619670"/>
              <a:gd name="connsiteX2" fmla="*/ 2350008 w 5221224"/>
              <a:gd name="connsiteY2" fmla="*/ 41062 h 2619670"/>
              <a:gd name="connsiteX3" fmla="*/ 3017520 w 5221224"/>
              <a:gd name="connsiteY3" fmla="*/ 269662 h 2619670"/>
              <a:gd name="connsiteX4" fmla="*/ 3794760 w 5221224"/>
              <a:gd name="connsiteY4" fmla="*/ 909742 h 2619670"/>
              <a:gd name="connsiteX5" fmla="*/ 4361688 w 5221224"/>
              <a:gd name="connsiteY5" fmla="*/ 1577254 h 2619670"/>
              <a:gd name="connsiteX6" fmla="*/ 4754880 w 5221224"/>
              <a:gd name="connsiteY6" fmla="*/ 2071030 h 2619670"/>
              <a:gd name="connsiteX7" fmla="*/ 5221224 w 5221224"/>
              <a:gd name="connsiteY7" fmla="*/ 2619670 h 2619670"/>
              <a:gd name="connsiteX0" fmla="*/ 0 w 5221224"/>
              <a:gd name="connsiteY0" fmla="*/ 62752 h 2586496"/>
              <a:gd name="connsiteX1" fmla="*/ 1481328 w 5221224"/>
              <a:gd name="connsiteY1" fmla="*/ 53608 h 2586496"/>
              <a:gd name="connsiteX2" fmla="*/ 2350008 w 5221224"/>
              <a:gd name="connsiteY2" fmla="*/ 7888 h 2586496"/>
              <a:gd name="connsiteX3" fmla="*/ 3017520 w 5221224"/>
              <a:gd name="connsiteY3" fmla="*/ 236488 h 2586496"/>
              <a:gd name="connsiteX4" fmla="*/ 3794760 w 5221224"/>
              <a:gd name="connsiteY4" fmla="*/ 876568 h 2586496"/>
              <a:gd name="connsiteX5" fmla="*/ 4361688 w 5221224"/>
              <a:gd name="connsiteY5" fmla="*/ 1544080 h 2586496"/>
              <a:gd name="connsiteX6" fmla="*/ 4754880 w 5221224"/>
              <a:gd name="connsiteY6" fmla="*/ 2037856 h 2586496"/>
              <a:gd name="connsiteX7" fmla="*/ 5221224 w 5221224"/>
              <a:gd name="connsiteY7" fmla="*/ 2586496 h 2586496"/>
              <a:gd name="connsiteX0" fmla="*/ 0 w 5221224"/>
              <a:gd name="connsiteY0" fmla="*/ 21270 h 2545014"/>
              <a:gd name="connsiteX1" fmla="*/ 1481328 w 5221224"/>
              <a:gd name="connsiteY1" fmla="*/ 12126 h 2545014"/>
              <a:gd name="connsiteX2" fmla="*/ 2350008 w 5221224"/>
              <a:gd name="connsiteY2" fmla="*/ 121854 h 2545014"/>
              <a:gd name="connsiteX3" fmla="*/ 3017520 w 5221224"/>
              <a:gd name="connsiteY3" fmla="*/ 195006 h 2545014"/>
              <a:gd name="connsiteX4" fmla="*/ 3794760 w 5221224"/>
              <a:gd name="connsiteY4" fmla="*/ 835086 h 2545014"/>
              <a:gd name="connsiteX5" fmla="*/ 4361688 w 5221224"/>
              <a:gd name="connsiteY5" fmla="*/ 1502598 h 2545014"/>
              <a:gd name="connsiteX6" fmla="*/ 4754880 w 5221224"/>
              <a:gd name="connsiteY6" fmla="*/ 1996374 h 2545014"/>
              <a:gd name="connsiteX7" fmla="*/ 5221224 w 5221224"/>
              <a:gd name="connsiteY7" fmla="*/ 2545014 h 2545014"/>
              <a:gd name="connsiteX0" fmla="*/ 0 w 5221224"/>
              <a:gd name="connsiteY0" fmla="*/ 21270 h 2545014"/>
              <a:gd name="connsiteX1" fmla="*/ 1481328 w 5221224"/>
              <a:gd name="connsiteY1" fmla="*/ 12126 h 2545014"/>
              <a:gd name="connsiteX2" fmla="*/ 2350008 w 5221224"/>
              <a:gd name="connsiteY2" fmla="*/ 121854 h 2545014"/>
              <a:gd name="connsiteX3" fmla="*/ 2980944 w 5221224"/>
              <a:gd name="connsiteY3" fmla="*/ 341310 h 2545014"/>
              <a:gd name="connsiteX4" fmla="*/ 3794760 w 5221224"/>
              <a:gd name="connsiteY4" fmla="*/ 835086 h 2545014"/>
              <a:gd name="connsiteX5" fmla="*/ 4361688 w 5221224"/>
              <a:gd name="connsiteY5" fmla="*/ 1502598 h 2545014"/>
              <a:gd name="connsiteX6" fmla="*/ 4754880 w 5221224"/>
              <a:gd name="connsiteY6" fmla="*/ 1996374 h 2545014"/>
              <a:gd name="connsiteX7" fmla="*/ 5221224 w 5221224"/>
              <a:gd name="connsiteY7" fmla="*/ 2545014 h 2545014"/>
              <a:gd name="connsiteX0" fmla="*/ 0 w 5221224"/>
              <a:gd name="connsiteY0" fmla="*/ 21270 h 2545014"/>
              <a:gd name="connsiteX1" fmla="*/ 1481328 w 5221224"/>
              <a:gd name="connsiteY1" fmla="*/ 12126 h 2545014"/>
              <a:gd name="connsiteX2" fmla="*/ 2350008 w 5221224"/>
              <a:gd name="connsiteY2" fmla="*/ 121854 h 2545014"/>
              <a:gd name="connsiteX3" fmla="*/ 2980944 w 5221224"/>
              <a:gd name="connsiteY3" fmla="*/ 341310 h 2545014"/>
              <a:gd name="connsiteX4" fmla="*/ 3721608 w 5221224"/>
              <a:gd name="connsiteY4" fmla="*/ 944814 h 2545014"/>
              <a:gd name="connsiteX5" fmla="*/ 4361688 w 5221224"/>
              <a:gd name="connsiteY5" fmla="*/ 1502598 h 2545014"/>
              <a:gd name="connsiteX6" fmla="*/ 4754880 w 5221224"/>
              <a:gd name="connsiteY6" fmla="*/ 1996374 h 2545014"/>
              <a:gd name="connsiteX7" fmla="*/ 5221224 w 5221224"/>
              <a:gd name="connsiteY7" fmla="*/ 2545014 h 2545014"/>
              <a:gd name="connsiteX0" fmla="*/ 0 w 5221224"/>
              <a:gd name="connsiteY0" fmla="*/ 21270 h 2545014"/>
              <a:gd name="connsiteX1" fmla="*/ 1481328 w 5221224"/>
              <a:gd name="connsiteY1" fmla="*/ 12126 h 2545014"/>
              <a:gd name="connsiteX2" fmla="*/ 2350008 w 5221224"/>
              <a:gd name="connsiteY2" fmla="*/ 121854 h 2545014"/>
              <a:gd name="connsiteX3" fmla="*/ 2980944 w 5221224"/>
              <a:gd name="connsiteY3" fmla="*/ 341310 h 2545014"/>
              <a:gd name="connsiteX4" fmla="*/ 3721608 w 5221224"/>
              <a:gd name="connsiteY4" fmla="*/ 944814 h 2545014"/>
              <a:gd name="connsiteX5" fmla="*/ 4270248 w 5221224"/>
              <a:gd name="connsiteY5" fmla="*/ 1594038 h 2545014"/>
              <a:gd name="connsiteX6" fmla="*/ 4754880 w 5221224"/>
              <a:gd name="connsiteY6" fmla="*/ 1996374 h 2545014"/>
              <a:gd name="connsiteX7" fmla="*/ 5221224 w 5221224"/>
              <a:gd name="connsiteY7" fmla="*/ 2545014 h 2545014"/>
              <a:gd name="connsiteX0" fmla="*/ 0 w 5221224"/>
              <a:gd name="connsiteY0" fmla="*/ 21270 h 2545014"/>
              <a:gd name="connsiteX1" fmla="*/ 1481328 w 5221224"/>
              <a:gd name="connsiteY1" fmla="*/ 12126 h 2545014"/>
              <a:gd name="connsiteX2" fmla="*/ 2350008 w 5221224"/>
              <a:gd name="connsiteY2" fmla="*/ 121854 h 2545014"/>
              <a:gd name="connsiteX3" fmla="*/ 2980944 w 5221224"/>
              <a:gd name="connsiteY3" fmla="*/ 341310 h 2545014"/>
              <a:gd name="connsiteX4" fmla="*/ 3721608 w 5221224"/>
              <a:gd name="connsiteY4" fmla="*/ 944814 h 2545014"/>
              <a:gd name="connsiteX5" fmla="*/ 4270248 w 5221224"/>
              <a:gd name="connsiteY5" fmla="*/ 1594038 h 2545014"/>
              <a:gd name="connsiteX6" fmla="*/ 4709160 w 5221224"/>
              <a:gd name="connsiteY6" fmla="*/ 2096958 h 2545014"/>
              <a:gd name="connsiteX7" fmla="*/ 5221224 w 5221224"/>
              <a:gd name="connsiteY7" fmla="*/ 2545014 h 2545014"/>
              <a:gd name="connsiteX0" fmla="*/ 0 w 5129784"/>
              <a:gd name="connsiteY0" fmla="*/ 21270 h 2654742"/>
              <a:gd name="connsiteX1" fmla="*/ 1481328 w 5129784"/>
              <a:gd name="connsiteY1" fmla="*/ 12126 h 2654742"/>
              <a:gd name="connsiteX2" fmla="*/ 2350008 w 5129784"/>
              <a:gd name="connsiteY2" fmla="*/ 121854 h 2654742"/>
              <a:gd name="connsiteX3" fmla="*/ 2980944 w 5129784"/>
              <a:gd name="connsiteY3" fmla="*/ 341310 h 2654742"/>
              <a:gd name="connsiteX4" fmla="*/ 3721608 w 5129784"/>
              <a:gd name="connsiteY4" fmla="*/ 944814 h 2654742"/>
              <a:gd name="connsiteX5" fmla="*/ 4270248 w 5129784"/>
              <a:gd name="connsiteY5" fmla="*/ 1594038 h 2654742"/>
              <a:gd name="connsiteX6" fmla="*/ 4709160 w 5129784"/>
              <a:gd name="connsiteY6" fmla="*/ 2096958 h 2654742"/>
              <a:gd name="connsiteX7" fmla="*/ 5129784 w 5129784"/>
              <a:gd name="connsiteY7" fmla="*/ 2654742 h 2654742"/>
              <a:gd name="connsiteX0" fmla="*/ 0 w 5129784"/>
              <a:gd name="connsiteY0" fmla="*/ 21270 h 2654742"/>
              <a:gd name="connsiteX1" fmla="*/ 1481328 w 5129784"/>
              <a:gd name="connsiteY1" fmla="*/ 12126 h 2654742"/>
              <a:gd name="connsiteX2" fmla="*/ 2350008 w 5129784"/>
              <a:gd name="connsiteY2" fmla="*/ 121854 h 2654742"/>
              <a:gd name="connsiteX3" fmla="*/ 2980944 w 5129784"/>
              <a:gd name="connsiteY3" fmla="*/ 341310 h 2654742"/>
              <a:gd name="connsiteX4" fmla="*/ 3721608 w 5129784"/>
              <a:gd name="connsiteY4" fmla="*/ 944814 h 2654742"/>
              <a:gd name="connsiteX5" fmla="*/ 4315968 w 5129784"/>
              <a:gd name="connsiteY5" fmla="*/ 1530030 h 2654742"/>
              <a:gd name="connsiteX6" fmla="*/ 4709160 w 5129784"/>
              <a:gd name="connsiteY6" fmla="*/ 2096958 h 2654742"/>
              <a:gd name="connsiteX7" fmla="*/ 5129784 w 5129784"/>
              <a:gd name="connsiteY7" fmla="*/ 2654742 h 2654742"/>
              <a:gd name="connsiteX0" fmla="*/ 0 w 5129784"/>
              <a:gd name="connsiteY0" fmla="*/ 21270 h 2654742"/>
              <a:gd name="connsiteX1" fmla="*/ 1481328 w 5129784"/>
              <a:gd name="connsiteY1" fmla="*/ 12126 h 2654742"/>
              <a:gd name="connsiteX2" fmla="*/ 2350008 w 5129784"/>
              <a:gd name="connsiteY2" fmla="*/ 121854 h 2654742"/>
              <a:gd name="connsiteX3" fmla="*/ 2980944 w 5129784"/>
              <a:gd name="connsiteY3" fmla="*/ 341310 h 2654742"/>
              <a:gd name="connsiteX4" fmla="*/ 3721608 w 5129784"/>
              <a:gd name="connsiteY4" fmla="*/ 944814 h 2654742"/>
              <a:gd name="connsiteX5" fmla="*/ 4261104 w 5129784"/>
              <a:gd name="connsiteY5" fmla="*/ 1539174 h 2654742"/>
              <a:gd name="connsiteX6" fmla="*/ 4709160 w 5129784"/>
              <a:gd name="connsiteY6" fmla="*/ 2096958 h 2654742"/>
              <a:gd name="connsiteX7" fmla="*/ 5129784 w 5129784"/>
              <a:gd name="connsiteY7" fmla="*/ 2654742 h 2654742"/>
              <a:gd name="connsiteX0" fmla="*/ 0 w 5221224"/>
              <a:gd name="connsiteY0" fmla="*/ 21270 h 2709606"/>
              <a:gd name="connsiteX1" fmla="*/ 1481328 w 5221224"/>
              <a:gd name="connsiteY1" fmla="*/ 12126 h 2709606"/>
              <a:gd name="connsiteX2" fmla="*/ 2350008 w 5221224"/>
              <a:gd name="connsiteY2" fmla="*/ 121854 h 2709606"/>
              <a:gd name="connsiteX3" fmla="*/ 2980944 w 5221224"/>
              <a:gd name="connsiteY3" fmla="*/ 341310 h 2709606"/>
              <a:gd name="connsiteX4" fmla="*/ 3721608 w 5221224"/>
              <a:gd name="connsiteY4" fmla="*/ 944814 h 2709606"/>
              <a:gd name="connsiteX5" fmla="*/ 4261104 w 5221224"/>
              <a:gd name="connsiteY5" fmla="*/ 1539174 h 2709606"/>
              <a:gd name="connsiteX6" fmla="*/ 4709160 w 5221224"/>
              <a:gd name="connsiteY6" fmla="*/ 2096958 h 2709606"/>
              <a:gd name="connsiteX7" fmla="*/ 5221224 w 5221224"/>
              <a:gd name="connsiteY7" fmla="*/ 2709606 h 2709606"/>
              <a:gd name="connsiteX0" fmla="*/ 0 w 5221224"/>
              <a:gd name="connsiteY0" fmla="*/ 21270 h 2709606"/>
              <a:gd name="connsiteX1" fmla="*/ 1481328 w 5221224"/>
              <a:gd name="connsiteY1" fmla="*/ 12126 h 2709606"/>
              <a:gd name="connsiteX2" fmla="*/ 2350008 w 5221224"/>
              <a:gd name="connsiteY2" fmla="*/ 121854 h 2709606"/>
              <a:gd name="connsiteX3" fmla="*/ 2980944 w 5221224"/>
              <a:gd name="connsiteY3" fmla="*/ 341310 h 2709606"/>
              <a:gd name="connsiteX4" fmla="*/ 3721608 w 5221224"/>
              <a:gd name="connsiteY4" fmla="*/ 944814 h 2709606"/>
              <a:gd name="connsiteX5" fmla="*/ 4261104 w 5221224"/>
              <a:gd name="connsiteY5" fmla="*/ 1539174 h 2709606"/>
              <a:gd name="connsiteX6" fmla="*/ 4745736 w 5221224"/>
              <a:gd name="connsiteY6" fmla="*/ 2051238 h 2709606"/>
              <a:gd name="connsiteX7" fmla="*/ 5221224 w 5221224"/>
              <a:gd name="connsiteY7" fmla="*/ 2709606 h 2709606"/>
              <a:gd name="connsiteX0" fmla="*/ 0 w 5221224"/>
              <a:gd name="connsiteY0" fmla="*/ 21270 h 2709606"/>
              <a:gd name="connsiteX1" fmla="*/ 1481328 w 5221224"/>
              <a:gd name="connsiteY1" fmla="*/ 12126 h 2709606"/>
              <a:gd name="connsiteX2" fmla="*/ 2350008 w 5221224"/>
              <a:gd name="connsiteY2" fmla="*/ 121854 h 2709606"/>
              <a:gd name="connsiteX3" fmla="*/ 2980944 w 5221224"/>
              <a:gd name="connsiteY3" fmla="*/ 341310 h 2709606"/>
              <a:gd name="connsiteX4" fmla="*/ 3721608 w 5221224"/>
              <a:gd name="connsiteY4" fmla="*/ 944814 h 2709606"/>
              <a:gd name="connsiteX5" fmla="*/ 4261104 w 5221224"/>
              <a:gd name="connsiteY5" fmla="*/ 1539174 h 2709606"/>
              <a:gd name="connsiteX6" fmla="*/ 4718304 w 5221224"/>
              <a:gd name="connsiteY6" fmla="*/ 2060382 h 2709606"/>
              <a:gd name="connsiteX7" fmla="*/ 5221224 w 5221224"/>
              <a:gd name="connsiteY7" fmla="*/ 2709606 h 2709606"/>
              <a:gd name="connsiteX0" fmla="*/ 0 w 5221224"/>
              <a:gd name="connsiteY0" fmla="*/ 21270 h 2709606"/>
              <a:gd name="connsiteX1" fmla="*/ 1481328 w 5221224"/>
              <a:gd name="connsiteY1" fmla="*/ 12126 h 2709606"/>
              <a:gd name="connsiteX2" fmla="*/ 2350008 w 5221224"/>
              <a:gd name="connsiteY2" fmla="*/ 121854 h 2709606"/>
              <a:gd name="connsiteX3" fmla="*/ 2980944 w 5221224"/>
              <a:gd name="connsiteY3" fmla="*/ 341310 h 2709606"/>
              <a:gd name="connsiteX4" fmla="*/ 3721608 w 5221224"/>
              <a:gd name="connsiteY4" fmla="*/ 944814 h 2709606"/>
              <a:gd name="connsiteX5" fmla="*/ 4261104 w 5221224"/>
              <a:gd name="connsiteY5" fmla="*/ 1539174 h 2709606"/>
              <a:gd name="connsiteX6" fmla="*/ 4764024 w 5221224"/>
              <a:gd name="connsiteY6" fmla="*/ 2060382 h 2709606"/>
              <a:gd name="connsiteX7" fmla="*/ 5221224 w 5221224"/>
              <a:gd name="connsiteY7" fmla="*/ 2709606 h 2709606"/>
              <a:gd name="connsiteX0" fmla="*/ 0 w 5221224"/>
              <a:gd name="connsiteY0" fmla="*/ 21270 h 2709606"/>
              <a:gd name="connsiteX1" fmla="*/ 1481328 w 5221224"/>
              <a:gd name="connsiteY1" fmla="*/ 12126 h 2709606"/>
              <a:gd name="connsiteX2" fmla="*/ 2350008 w 5221224"/>
              <a:gd name="connsiteY2" fmla="*/ 121854 h 2709606"/>
              <a:gd name="connsiteX3" fmla="*/ 2980944 w 5221224"/>
              <a:gd name="connsiteY3" fmla="*/ 341310 h 2709606"/>
              <a:gd name="connsiteX4" fmla="*/ 3721608 w 5221224"/>
              <a:gd name="connsiteY4" fmla="*/ 944814 h 2709606"/>
              <a:gd name="connsiteX5" fmla="*/ 4261104 w 5221224"/>
              <a:gd name="connsiteY5" fmla="*/ 1539174 h 2709606"/>
              <a:gd name="connsiteX6" fmla="*/ 4736592 w 5221224"/>
              <a:gd name="connsiteY6" fmla="*/ 2060382 h 2709606"/>
              <a:gd name="connsiteX7" fmla="*/ 5221224 w 5221224"/>
              <a:gd name="connsiteY7" fmla="*/ 2709606 h 2709606"/>
              <a:gd name="connsiteX0" fmla="*/ 0 w 5248656"/>
              <a:gd name="connsiteY0" fmla="*/ 21270 h 2700462"/>
              <a:gd name="connsiteX1" fmla="*/ 1481328 w 5248656"/>
              <a:gd name="connsiteY1" fmla="*/ 12126 h 2700462"/>
              <a:gd name="connsiteX2" fmla="*/ 2350008 w 5248656"/>
              <a:gd name="connsiteY2" fmla="*/ 121854 h 2700462"/>
              <a:gd name="connsiteX3" fmla="*/ 2980944 w 5248656"/>
              <a:gd name="connsiteY3" fmla="*/ 341310 h 2700462"/>
              <a:gd name="connsiteX4" fmla="*/ 3721608 w 5248656"/>
              <a:gd name="connsiteY4" fmla="*/ 944814 h 2700462"/>
              <a:gd name="connsiteX5" fmla="*/ 4261104 w 5248656"/>
              <a:gd name="connsiteY5" fmla="*/ 1539174 h 2700462"/>
              <a:gd name="connsiteX6" fmla="*/ 4736592 w 5248656"/>
              <a:gd name="connsiteY6" fmla="*/ 2060382 h 2700462"/>
              <a:gd name="connsiteX7" fmla="*/ 5248656 w 5248656"/>
              <a:gd name="connsiteY7" fmla="*/ 2700462 h 2700462"/>
              <a:gd name="connsiteX0" fmla="*/ 0 w 5248656"/>
              <a:gd name="connsiteY0" fmla="*/ 27127 h 2706319"/>
              <a:gd name="connsiteX1" fmla="*/ 1490472 w 5248656"/>
              <a:gd name="connsiteY1" fmla="*/ 8839 h 2706319"/>
              <a:gd name="connsiteX2" fmla="*/ 2350008 w 5248656"/>
              <a:gd name="connsiteY2" fmla="*/ 127711 h 2706319"/>
              <a:gd name="connsiteX3" fmla="*/ 2980944 w 5248656"/>
              <a:gd name="connsiteY3" fmla="*/ 347167 h 2706319"/>
              <a:gd name="connsiteX4" fmla="*/ 3721608 w 5248656"/>
              <a:gd name="connsiteY4" fmla="*/ 950671 h 2706319"/>
              <a:gd name="connsiteX5" fmla="*/ 4261104 w 5248656"/>
              <a:gd name="connsiteY5" fmla="*/ 1545031 h 2706319"/>
              <a:gd name="connsiteX6" fmla="*/ 4736592 w 5248656"/>
              <a:gd name="connsiteY6" fmla="*/ 2066239 h 2706319"/>
              <a:gd name="connsiteX7" fmla="*/ 5248656 w 5248656"/>
              <a:gd name="connsiteY7" fmla="*/ 2706319 h 2706319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2980944 w 5248656"/>
              <a:gd name="connsiteY3" fmla="*/ 345818 h 2704970"/>
              <a:gd name="connsiteX4" fmla="*/ 3721608 w 5248656"/>
              <a:gd name="connsiteY4" fmla="*/ 949322 h 2704970"/>
              <a:gd name="connsiteX5" fmla="*/ 4261104 w 5248656"/>
              <a:gd name="connsiteY5" fmla="*/ 1543682 h 2704970"/>
              <a:gd name="connsiteX6" fmla="*/ 4736592 w 5248656"/>
              <a:gd name="connsiteY6" fmla="*/ 2064890 h 2704970"/>
              <a:gd name="connsiteX7" fmla="*/ 5248656 w 5248656"/>
              <a:gd name="connsiteY7" fmla="*/ 2704970 h 2704970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3008376 w 5248656"/>
              <a:gd name="connsiteY3" fmla="*/ 345818 h 2704970"/>
              <a:gd name="connsiteX4" fmla="*/ 3721608 w 5248656"/>
              <a:gd name="connsiteY4" fmla="*/ 949322 h 2704970"/>
              <a:gd name="connsiteX5" fmla="*/ 4261104 w 5248656"/>
              <a:gd name="connsiteY5" fmla="*/ 1543682 h 2704970"/>
              <a:gd name="connsiteX6" fmla="*/ 4736592 w 5248656"/>
              <a:gd name="connsiteY6" fmla="*/ 2064890 h 2704970"/>
              <a:gd name="connsiteX7" fmla="*/ 5248656 w 5248656"/>
              <a:gd name="connsiteY7" fmla="*/ 2704970 h 2704970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3008376 w 5248656"/>
              <a:gd name="connsiteY3" fmla="*/ 345818 h 2704970"/>
              <a:gd name="connsiteX4" fmla="*/ 3749040 w 5248656"/>
              <a:gd name="connsiteY4" fmla="*/ 949322 h 2704970"/>
              <a:gd name="connsiteX5" fmla="*/ 4261104 w 5248656"/>
              <a:gd name="connsiteY5" fmla="*/ 1543682 h 2704970"/>
              <a:gd name="connsiteX6" fmla="*/ 4736592 w 5248656"/>
              <a:gd name="connsiteY6" fmla="*/ 2064890 h 2704970"/>
              <a:gd name="connsiteX7" fmla="*/ 5248656 w 5248656"/>
              <a:gd name="connsiteY7" fmla="*/ 2704970 h 2704970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3008376 w 5248656"/>
              <a:gd name="connsiteY3" fmla="*/ 345818 h 2704970"/>
              <a:gd name="connsiteX4" fmla="*/ 3749040 w 5248656"/>
              <a:gd name="connsiteY4" fmla="*/ 949322 h 2704970"/>
              <a:gd name="connsiteX5" fmla="*/ 4288536 w 5248656"/>
              <a:gd name="connsiteY5" fmla="*/ 1525394 h 2704970"/>
              <a:gd name="connsiteX6" fmla="*/ 4736592 w 5248656"/>
              <a:gd name="connsiteY6" fmla="*/ 2064890 h 2704970"/>
              <a:gd name="connsiteX7" fmla="*/ 5248656 w 5248656"/>
              <a:gd name="connsiteY7" fmla="*/ 2704970 h 2704970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3008376 w 5248656"/>
              <a:gd name="connsiteY3" fmla="*/ 345818 h 2704970"/>
              <a:gd name="connsiteX4" fmla="*/ 3451894 w 5248656"/>
              <a:gd name="connsiteY4" fmla="*/ 625244 h 2704970"/>
              <a:gd name="connsiteX5" fmla="*/ 3749040 w 5248656"/>
              <a:gd name="connsiteY5" fmla="*/ 949322 h 2704970"/>
              <a:gd name="connsiteX6" fmla="*/ 4288536 w 5248656"/>
              <a:gd name="connsiteY6" fmla="*/ 1525394 h 2704970"/>
              <a:gd name="connsiteX7" fmla="*/ 4736592 w 5248656"/>
              <a:gd name="connsiteY7" fmla="*/ 2064890 h 2704970"/>
              <a:gd name="connsiteX8" fmla="*/ 5248656 w 5248656"/>
              <a:gd name="connsiteY8" fmla="*/ 2704970 h 2704970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3008376 w 5248656"/>
              <a:gd name="connsiteY3" fmla="*/ 345818 h 2704970"/>
              <a:gd name="connsiteX4" fmla="*/ 3424462 w 5248656"/>
              <a:gd name="connsiteY4" fmla="*/ 634388 h 2704970"/>
              <a:gd name="connsiteX5" fmla="*/ 3749040 w 5248656"/>
              <a:gd name="connsiteY5" fmla="*/ 949322 h 2704970"/>
              <a:gd name="connsiteX6" fmla="*/ 4288536 w 5248656"/>
              <a:gd name="connsiteY6" fmla="*/ 1525394 h 2704970"/>
              <a:gd name="connsiteX7" fmla="*/ 4736592 w 5248656"/>
              <a:gd name="connsiteY7" fmla="*/ 2064890 h 2704970"/>
              <a:gd name="connsiteX8" fmla="*/ 5248656 w 5248656"/>
              <a:gd name="connsiteY8" fmla="*/ 2704970 h 2704970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3008376 w 5248656"/>
              <a:gd name="connsiteY3" fmla="*/ 345818 h 2704970"/>
              <a:gd name="connsiteX4" fmla="*/ 3424462 w 5248656"/>
              <a:gd name="connsiteY4" fmla="*/ 634388 h 2704970"/>
              <a:gd name="connsiteX5" fmla="*/ 3767328 w 5248656"/>
              <a:gd name="connsiteY5" fmla="*/ 949322 h 2704970"/>
              <a:gd name="connsiteX6" fmla="*/ 4288536 w 5248656"/>
              <a:gd name="connsiteY6" fmla="*/ 1525394 h 2704970"/>
              <a:gd name="connsiteX7" fmla="*/ 4736592 w 5248656"/>
              <a:gd name="connsiteY7" fmla="*/ 2064890 h 2704970"/>
              <a:gd name="connsiteX8" fmla="*/ 5248656 w 5248656"/>
              <a:gd name="connsiteY8" fmla="*/ 2704970 h 2704970"/>
              <a:gd name="connsiteX0" fmla="*/ 0 w 5155615"/>
              <a:gd name="connsiteY0" fmla="*/ 25778 h 2562095"/>
              <a:gd name="connsiteX1" fmla="*/ 1490472 w 5155615"/>
              <a:gd name="connsiteY1" fmla="*/ 7490 h 2562095"/>
              <a:gd name="connsiteX2" fmla="*/ 2340864 w 5155615"/>
              <a:gd name="connsiteY2" fmla="*/ 108074 h 2562095"/>
              <a:gd name="connsiteX3" fmla="*/ 3008376 w 5155615"/>
              <a:gd name="connsiteY3" fmla="*/ 345818 h 2562095"/>
              <a:gd name="connsiteX4" fmla="*/ 3424462 w 5155615"/>
              <a:gd name="connsiteY4" fmla="*/ 634388 h 2562095"/>
              <a:gd name="connsiteX5" fmla="*/ 3767328 w 5155615"/>
              <a:gd name="connsiteY5" fmla="*/ 949322 h 2562095"/>
              <a:gd name="connsiteX6" fmla="*/ 4288536 w 5155615"/>
              <a:gd name="connsiteY6" fmla="*/ 1525394 h 2562095"/>
              <a:gd name="connsiteX7" fmla="*/ 4736592 w 5155615"/>
              <a:gd name="connsiteY7" fmla="*/ 2064890 h 2562095"/>
              <a:gd name="connsiteX8" fmla="*/ 5155615 w 5155615"/>
              <a:gd name="connsiteY8" fmla="*/ 2562095 h 2562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5615" h="2562095">
                <a:moveTo>
                  <a:pt x="0" y="25778"/>
                </a:moveTo>
                <a:cubicBezTo>
                  <a:pt x="520446" y="-1654"/>
                  <a:pt x="1100328" y="-6226"/>
                  <a:pt x="1490472" y="7490"/>
                </a:cubicBezTo>
                <a:cubicBezTo>
                  <a:pt x="1880616" y="21206"/>
                  <a:pt x="2087880" y="51686"/>
                  <a:pt x="2340864" y="108074"/>
                </a:cubicBezTo>
                <a:cubicBezTo>
                  <a:pt x="2593848" y="164462"/>
                  <a:pt x="2827776" y="258099"/>
                  <a:pt x="3008376" y="345818"/>
                </a:cubicBezTo>
                <a:cubicBezTo>
                  <a:pt x="3188976" y="433537"/>
                  <a:pt x="3301018" y="533804"/>
                  <a:pt x="3424462" y="634388"/>
                </a:cubicBezTo>
                <a:cubicBezTo>
                  <a:pt x="3547906" y="734972"/>
                  <a:pt x="3623316" y="800821"/>
                  <a:pt x="3767328" y="949322"/>
                </a:cubicBezTo>
                <a:cubicBezTo>
                  <a:pt x="3911340" y="1097823"/>
                  <a:pt x="4126992" y="1339466"/>
                  <a:pt x="4288536" y="1525394"/>
                </a:cubicBezTo>
                <a:cubicBezTo>
                  <a:pt x="4450080" y="1711322"/>
                  <a:pt x="4592079" y="1892107"/>
                  <a:pt x="4736592" y="2064890"/>
                </a:cubicBezTo>
                <a:cubicBezTo>
                  <a:pt x="4881105" y="2237673"/>
                  <a:pt x="5061127" y="2417315"/>
                  <a:pt x="5155615" y="2562095"/>
                </a:cubicBezTo>
              </a:path>
            </a:pathLst>
          </a:custGeom>
          <a:noFill/>
          <a:ln w="63500">
            <a:solidFill>
              <a:srgbClr val="0769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6" name="26 CuadroTexto">
            <a:extLst>
              <a:ext uri="{FF2B5EF4-FFF2-40B4-BE49-F238E27FC236}">
                <a16:creationId xmlns:a16="http://schemas.microsoft.com/office/drawing/2014/main" id="{B57C15D3-74C6-435B-9E14-2266297329E2}"/>
              </a:ext>
            </a:extLst>
          </p:cNvPr>
          <p:cNvSpPr txBox="1"/>
          <p:nvPr/>
        </p:nvSpPr>
        <p:spPr>
          <a:xfrm>
            <a:off x="7970948" y="1338325"/>
            <a:ext cx="403810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3E409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Instante</a:t>
            </a:r>
            <a:r>
              <a:rPr kumimoji="0" lang="es-PE" sz="2500" b="1" i="0" u="none" strike="noStrike" kern="1200" cap="none" spc="0" normalizeH="0" noProof="0" dirty="0">
                <a:ln>
                  <a:noFill/>
                </a:ln>
                <a:solidFill>
                  <a:srgbClr val="3E409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de t</a:t>
            </a: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3E409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iempo inicial</a:t>
            </a:r>
            <a:endParaRPr kumimoji="0" lang="es-PE" sz="3400" b="1" i="0" u="none" strike="noStrike" kern="1200" cap="none" spc="0" normalizeH="0" baseline="0" noProof="0" dirty="0">
              <a:ln>
                <a:noFill/>
              </a:ln>
              <a:solidFill>
                <a:srgbClr val="3E409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7" name="26 CuadroTexto">
            <a:extLst>
              <a:ext uri="{FF2B5EF4-FFF2-40B4-BE49-F238E27FC236}">
                <a16:creationId xmlns:a16="http://schemas.microsoft.com/office/drawing/2014/main" id="{5C27F8A9-F5D4-4C34-AC86-C1FE37EF3C60}"/>
              </a:ext>
            </a:extLst>
          </p:cNvPr>
          <p:cNvSpPr txBox="1"/>
          <p:nvPr/>
        </p:nvSpPr>
        <p:spPr>
          <a:xfrm>
            <a:off x="7809244" y="3965494"/>
            <a:ext cx="41826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3E409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Instante de tiempo final</a:t>
            </a:r>
            <a:endParaRPr kumimoji="0" lang="es-PE" sz="3400" b="1" i="0" u="none" strike="noStrike" kern="1200" cap="none" spc="0" normalizeH="0" baseline="0" noProof="0" dirty="0">
              <a:ln>
                <a:noFill/>
              </a:ln>
              <a:solidFill>
                <a:srgbClr val="3E409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8" name="24 Abrir llave">
            <a:extLst>
              <a:ext uri="{FF2B5EF4-FFF2-40B4-BE49-F238E27FC236}">
                <a16:creationId xmlns:a16="http://schemas.microsoft.com/office/drawing/2014/main" id="{8DF0BFA4-62A5-48F7-8EE6-792F1A01F99C}"/>
              </a:ext>
            </a:extLst>
          </p:cNvPr>
          <p:cNvSpPr/>
          <p:nvPr/>
        </p:nvSpPr>
        <p:spPr>
          <a:xfrm rot="8408068">
            <a:off x="8225797" y="2163661"/>
            <a:ext cx="424854" cy="1316761"/>
          </a:xfrm>
          <a:prstGeom prst="leftBrace">
            <a:avLst>
              <a:gd name="adj1" fmla="val 165856"/>
              <a:gd name="adj2" fmla="val 50000"/>
            </a:avLst>
          </a:prstGeom>
          <a:noFill/>
          <a:ln w="25400">
            <a:solidFill>
              <a:srgbClr val="3E4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30 CuadroTexto">
                <a:extLst>
                  <a:ext uri="{FF2B5EF4-FFF2-40B4-BE49-F238E27FC236}">
                    <a16:creationId xmlns:a16="http://schemas.microsoft.com/office/drawing/2014/main" id="{5B5F1AF4-FDF9-4044-B015-AE559AB91EE2}"/>
                  </a:ext>
                </a:extLst>
              </p:cNvPr>
              <p:cNvSpPr txBox="1"/>
              <p:nvPr/>
            </p:nvSpPr>
            <p:spPr>
              <a:xfrm>
                <a:off x="2495600" y="5150017"/>
                <a:ext cx="8526176" cy="1234440"/>
              </a:xfrm>
              <a:prstGeom prst="rect">
                <a:avLst/>
              </a:prstGeom>
              <a:solidFill>
                <a:srgbClr val="BDFFF2"/>
              </a:solidFill>
              <a:ln w="50800">
                <a:solidFill>
                  <a:srgbClr val="3E4095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2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3E4095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rPr>
                  <a:t>Duración del</a:t>
                </a:r>
                <a:r>
                  <a:rPr kumimoji="0" lang="es-PE" sz="2500" b="1" i="0" u="none" strike="noStrike" kern="1200" cap="none" spc="0" normalizeH="0" noProof="0" dirty="0">
                    <a:ln>
                      <a:noFill/>
                    </a:ln>
                    <a:solidFill>
                      <a:srgbClr val="3E4095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rPr>
                  <a:t> i</a:t>
                </a:r>
                <a:r>
                  <a:rPr kumimoji="0" lang="es-PE" sz="2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3E4095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rPr>
                  <a:t>ntervalo de tiempo o tiempo transcurrido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PE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3E409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s-PE" sz="3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E4095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kumimoji="0" lang="es-PE" sz="3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E4095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</m:t>
                      </m:r>
                      <m:r>
                        <a:rPr kumimoji="0" lang="es-PE" sz="3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E4095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es-PE" sz="3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E4095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s-PE" sz="3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E4095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kumimoji="0" lang="es-ES" sz="3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E4095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kumimoji="0" lang="es-PE" sz="3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E4095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es-PE" sz="3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E4095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s-PE" sz="3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E4095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kumimoji="0" lang="es-ES" sz="3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E4095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s-ES" sz="3400" b="1" i="1">
                          <a:solidFill>
                            <a:srgbClr val="3E4095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s-ES" sz="3400" b="1" i="1">
                          <a:solidFill>
                            <a:srgbClr val="3E4095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s-PE" sz="3400" b="1" dirty="0">
                  <a:solidFill>
                    <a:srgbClr val="3E409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9" name="30 CuadroTexto">
                <a:extLst>
                  <a:ext uri="{FF2B5EF4-FFF2-40B4-BE49-F238E27FC236}">
                    <a16:creationId xmlns:a16="http://schemas.microsoft.com/office/drawing/2014/main" id="{5B5F1AF4-FDF9-4044-B015-AE559AB91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600" y="5150017"/>
                <a:ext cx="8526176" cy="1234440"/>
              </a:xfrm>
              <a:prstGeom prst="rect">
                <a:avLst/>
              </a:prstGeom>
              <a:blipFill>
                <a:blip r:embed="rId4"/>
                <a:stretch>
                  <a:fillRect l="-924" t="-2381" r="-640"/>
                </a:stretch>
              </a:blipFill>
              <a:ln w="50800">
                <a:solidFill>
                  <a:srgbClr val="3E4095"/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26 CuadroTexto">
                <a:extLst>
                  <a:ext uri="{FF2B5EF4-FFF2-40B4-BE49-F238E27FC236}">
                    <a16:creationId xmlns:a16="http://schemas.microsoft.com/office/drawing/2014/main" id="{56438835-4387-4B9E-9D00-DBAA990D4B7F}"/>
                  </a:ext>
                </a:extLst>
              </p:cNvPr>
              <p:cNvSpPr txBox="1"/>
              <p:nvPr/>
            </p:nvSpPr>
            <p:spPr>
              <a:xfrm>
                <a:off x="7686143" y="1705158"/>
                <a:ext cx="432048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s-PE" sz="3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E4095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s-PE" sz="3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E4095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uLnTx/>
                            <a:uFillTx/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kumimoji="0" lang="es-ES" sz="3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E4095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uLnTx/>
                            <a:uFillTx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kumimoji="0" lang="es-PE" sz="3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3E4095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0" name="26 CuadroTexto">
                <a:extLst>
                  <a:ext uri="{FF2B5EF4-FFF2-40B4-BE49-F238E27FC236}">
                    <a16:creationId xmlns:a16="http://schemas.microsoft.com/office/drawing/2014/main" id="{56438835-4387-4B9E-9D00-DBAA990D4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6143" y="1705158"/>
                <a:ext cx="432048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26 CuadroTexto">
                <a:extLst>
                  <a:ext uri="{FF2B5EF4-FFF2-40B4-BE49-F238E27FC236}">
                    <a16:creationId xmlns:a16="http://schemas.microsoft.com/office/drawing/2014/main" id="{1398A065-9772-4AFF-8B87-1C0B96815BE5}"/>
                  </a:ext>
                </a:extLst>
              </p:cNvPr>
              <p:cNvSpPr txBox="1"/>
              <p:nvPr/>
            </p:nvSpPr>
            <p:spPr>
              <a:xfrm>
                <a:off x="9020573" y="3247092"/>
                <a:ext cx="432048" cy="665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s-PE" sz="3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E4095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s-PE" sz="3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3E4095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uLnTx/>
                            <a:uFillTx/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kumimoji="0" lang="es-ES" sz="3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3E4095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uLnTx/>
                            <a:uFillTx/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kumimoji="0" lang="es-PE" sz="3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3E4095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1" name="26 CuadroTexto">
                <a:extLst>
                  <a:ext uri="{FF2B5EF4-FFF2-40B4-BE49-F238E27FC236}">
                    <a16:creationId xmlns:a16="http://schemas.microsoft.com/office/drawing/2014/main" id="{1398A065-9772-4AFF-8B87-1C0B96815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0573" y="3247092"/>
                <a:ext cx="432048" cy="665054"/>
              </a:xfrm>
              <a:prstGeom prst="rect">
                <a:avLst/>
              </a:prstGeom>
              <a:blipFill>
                <a:blip r:embed="rId6"/>
                <a:stretch>
                  <a:fillRect r="-1408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26 CuadroTexto">
                <a:extLst>
                  <a:ext uri="{FF2B5EF4-FFF2-40B4-BE49-F238E27FC236}">
                    <a16:creationId xmlns:a16="http://schemas.microsoft.com/office/drawing/2014/main" id="{A7DA066D-56A4-4F8B-A5F4-D6FC708A1552}"/>
                  </a:ext>
                </a:extLst>
              </p:cNvPr>
              <p:cNvSpPr txBox="1"/>
              <p:nvPr/>
            </p:nvSpPr>
            <p:spPr>
              <a:xfrm>
                <a:off x="9461278" y="3269857"/>
                <a:ext cx="931002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s-ES" sz="3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3E4095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kumimoji="0" lang="es-ES" sz="3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E4095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s-ES" sz="3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E4095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kumimoji="0" lang="es-ES" sz="3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E4095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kumimoji="0" lang="es-PE" sz="3400" b="1" i="0" u="none" strike="noStrike" kern="1200" cap="none" spc="0" normalizeH="0" baseline="0" noProof="0" dirty="0">
                  <a:ln>
                    <a:noFill/>
                  </a:ln>
                  <a:solidFill>
                    <a:srgbClr val="3E409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26 CuadroTexto">
                <a:extLst>
                  <a:ext uri="{FF2B5EF4-FFF2-40B4-BE49-F238E27FC236}">
                    <a16:creationId xmlns:a16="http://schemas.microsoft.com/office/drawing/2014/main" id="{A7DA066D-56A4-4F8B-A5F4-D6FC708A1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1278" y="3269857"/>
                <a:ext cx="931002" cy="6155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30 CuadroTexto">
            <a:extLst>
              <a:ext uri="{FF2B5EF4-FFF2-40B4-BE49-F238E27FC236}">
                <a16:creationId xmlns:a16="http://schemas.microsoft.com/office/drawing/2014/main" id="{625DAFDE-7826-4CBE-89E0-42F54A9A1214}"/>
              </a:ext>
            </a:extLst>
          </p:cNvPr>
          <p:cNvSpPr txBox="1"/>
          <p:nvPr/>
        </p:nvSpPr>
        <p:spPr>
          <a:xfrm>
            <a:off x="8771636" y="2175570"/>
            <a:ext cx="288749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2500" b="1" i="0" u="none" strike="noStrike" kern="1200" cap="none" spc="0" normalizeH="0" baseline="0" noProof="0" dirty="0">
                <a:ln>
                  <a:noFill/>
                </a:ln>
                <a:solidFill>
                  <a:srgbClr val="3E409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Intervalo de tiempo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C143702E-A114-4DD4-B020-80404117C501}"/>
                  </a:ext>
                </a:extLst>
              </p14:cNvPr>
              <p14:cNvContentPartPr/>
              <p14:nvPr/>
            </p14:nvContentPartPr>
            <p14:xfrm>
              <a:off x="1415480" y="-171400"/>
              <a:ext cx="9738720" cy="4107240"/>
            </p14:xfrm>
          </p:contentPart>
        </mc:Choice>
        <mc:Fallback xmlns=""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C143702E-A114-4DD4-B020-80404117C50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06120" y="-180760"/>
                <a:ext cx="9757440" cy="412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8310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0" presetClass="path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0.00026 0.00046 L -0.00026 0.00069 C 0.00417 -0.00024 0.00873 -0.00047 0.01329 -0.00139 C 0.01745 -0.00232 0.02149 -0.00487 0.02579 -0.0051 C 0.03438 -0.00602 0.0431 -0.0051 0.05183 -0.0051 L 0.09349 -0.00695 L 0.13933 -0.00139 L 0.18412 0.00787 L 0.22266 0.03194 L 0.26433 0.07083 L 0.30704 0.14305 L 0.34037 0.21342 L 0.36641 0.26157 L 0.38933 0.32083 L 0.41329 0.36342 " pathEditMode="relative" rAng="0" ptsTypes="AAAAAAAAAAAAAAA">
                                      <p:cBhvr>
                                        <p:cTn id="29" dur="1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77" y="17778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6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7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101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8" grpId="1" animBg="1"/>
      <p:bldP spid="49" grpId="0" animBg="1"/>
      <p:bldP spid="50" grpId="0"/>
      <p:bldP spid="51" grpId="0"/>
      <p:bldP spid="84" grpId="0"/>
      <p:bldP spid="85" grpId="0"/>
      <p:bldP spid="88" grpId="0" animBg="1"/>
      <p:bldP spid="26" grpId="0"/>
      <p:bldP spid="27" grpId="0"/>
      <p:bldP spid="28" grpId="0" animBg="1"/>
      <p:bldP spid="29" grpId="0" animBg="1"/>
      <p:bldP spid="30" grpId="0"/>
      <p:bldP spid="31" grpId="0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orma libre 60"/>
          <p:cNvSpPr/>
          <p:nvPr/>
        </p:nvSpPr>
        <p:spPr>
          <a:xfrm>
            <a:off x="3143672" y="3083101"/>
            <a:ext cx="3646970" cy="2629316"/>
          </a:xfrm>
          <a:custGeom>
            <a:avLst/>
            <a:gdLst>
              <a:gd name="connsiteX0" fmla="*/ 0 w 5285232"/>
              <a:gd name="connsiteY0" fmla="*/ 47513 h 3001025"/>
              <a:gd name="connsiteX1" fmla="*/ 1426464 w 5285232"/>
              <a:gd name="connsiteY1" fmla="*/ 1793 h 3001025"/>
              <a:gd name="connsiteX2" fmla="*/ 2313432 w 5285232"/>
              <a:gd name="connsiteY2" fmla="*/ 102377 h 3001025"/>
              <a:gd name="connsiteX3" fmla="*/ 2980944 w 5285232"/>
              <a:gd name="connsiteY3" fmla="*/ 330977 h 3001025"/>
              <a:gd name="connsiteX4" fmla="*/ 3758184 w 5285232"/>
              <a:gd name="connsiteY4" fmla="*/ 971057 h 3001025"/>
              <a:gd name="connsiteX5" fmla="*/ 4297680 w 5285232"/>
              <a:gd name="connsiteY5" fmla="*/ 1638569 h 3001025"/>
              <a:gd name="connsiteX6" fmla="*/ 4718304 w 5285232"/>
              <a:gd name="connsiteY6" fmla="*/ 2132345 h 3001025"/>
              <a:gd name="connsiteX7" fmla="*/ 5184648 w 5285232"/>
              <a:gd name="connsiteY7" fmla="*/ 2680985 h 3001025"/>
              <a:gd name="connsiteX8" fmla="*/ 5285232 w 5285232"/>
              <a:gd name="connsiteY8" fmla="*/ 3001025 h 3001025"/>
              <a:gd name="connsiteX0" fmla="*/ 0 w 5285232"/>
              <a:gd name="connsiteY0" fmla="*/ 64597 h 2999821"/>
              <a:gd name="connsiteX1" fmla="*/ 1426464 w 5285232"/>
              <a:gd name="connsiteY1" fmla="*/ 589 h 2999821"/>
              <a:gd name="connsiteX2" fmla="*/ 2313432 w 5285232"/>
              <a:gd name="connsiteY2" fmla="*/ 101173 h 2999821"/>
              <a:gd name="connsiteX3" fmla="*/ 2980944 w 5285232"/>
              <a:gd name="connsiteY3" fmla="*/ 329773 h 2999821"/>
              <a:gd name="connsiteX4" fmla="*/ 3758184 w 5285232"/>
              <a:gd name="connsiteY4" fmla="*/ 969853 h 2999821"/>
              <a:gd name="connsiteX5" fmla="*/ 4297680 w 5285232"/>
              <a:gd name="connsiteY5" fmla="*/ 1637365 h 2999821"/>
              <a:gd name="connsiteX6" fmla="*/ 4718304 w 5285232"/>
              <a:gd name="connsiteY6" fmla="*/ 2131141 h 2999821"/>
              <a:gd name="connsiteX7" fmla="*/ 5184648 w 5285232"/>
              <a:gd name="connsiteY7" fmla="*/ 2679781 h 2999821"/>
              <a:gd name="connsiteX8" fmla="*/ 5285232 w 5285232"/>
              <a:gd name="connsiteY8" fmla="*/ 2999821 h 2999821"/>
              <a:gd name="connsiteX0" fmla="*/ 0 w 5184648"/>
              <a:gd name="connsiteY0" fmla="*/ 64597 h 2679781"/>
              <a:gd name="connsiteX1" fmla="*/ 1426464 w 5184648"/>
              <a:gd name="connsiteY1" fmla="*/ 589 h 2679781"/>
              <a:gd name="connsiteX2" fmla="*/ 2313432 w 5184648"/>
              <a:gd name="connsiteY2" fmla="*/ 101173 h 2679781"/>
              <a:gd name="connsiteX3" fmla="*/ 2980944 w 5184648"/>
              <a:gd name="connsiteY3" fmla="*/ 329773 h 2679781"/>
              <a:gd name="connsiteX4" fmla="*/ 3758184 w 5184648"/>
              <a:gd name="connsiteY4" fmla="*/ 969853 h 2679781"/>
              <a:gd name="connsiteX5" fmla="*/ 4297680 w 5184648"/>
              <a:gd name="connsiteY5" fmla="*/ 1637365 h 2679781"/>
              <a:gd name="connsiteX6" fmla="*/ 4718304 w 5184648"/>
              <a:gd name="connsiteY6" fmla="*/ 2131141 h 2679781"/>
              <a:gd name="connsiteX7" fmla="*/ 5184648 w 5184648"/>
              <a:gd name="connsiteY7" fmla="*/ 2679781 h 2679781"/>
              <a:gd name="connsiteX0" fmla="*/ 0 w 5184648"/>
              <a:gd name="connsiteY0" fmla="*/ 64597 h 2679781"/>
              <a:gd name="connsiteX1" fmla="*/ 1426464 w 5184648"/>
              <a:gd name="connsiteY1" fmla="*/ 589 h 2679781"/>
              <a:gd name="connsiteX2" fmla="*/ 2313432 w 5184648"/>
              <a:gd name="connsiteY2" fmla="*/ 101173 h 2679781"/>
              <a:gd name="connsiteX3" fmla="*/ 2980944 w 5184648"/>
              <a:gd name="connsiteY3" fmla="*/ 329773 h 2679781"/>
              <a:gd name="connsiteX4" fmla="*/ 3758184 w 5184648"/>
              <a:gd name="connsiteY4" fmla="*/ 969853 h 2679781"/>
              <a:gd name="connsiteX5" fmla="*/ 4325112 w 5184648"/>
              <a:gd name="connsiteY5" fmla="*/ 1637365 h 2679781"/>
              <a:gd name="connsiteX6" fmla="*/ 4718304 w 5184648"/>
              <a:gd name="connsiteY6" fmla="*/ 2131141 h 2679781"/>
              <a:gd name="connsiteX7" fmla="*/ 5184648 w 5184648"/>
              <a:gd name="connsiteY7" fmla="*/ 2679781 h 2679781"/>
              <a:gd name="connsiteX0" fmla="*/ 0 w 5184648"/>
              <a:gd name="connsiteY0" fmla="*/ 13664 h 2628848"/>
              <a:gd name="connsiteX1" fmla="*/ 1426464 w 5184648"/>
              <a:gd name="connsiteY1" fmla="*/ 13664 h 2628848"/>
              <a:gd name="connsiteX2" fmla="*/ 2313432 w 5184648"/>
              <a:gd name="connsiteY2" fmla="*/ 50240 h 2628848"/>
              <a:gd name="connsiteX3" fmla="*/ 2980944 w 5184648"/>
              <a:gd name="connsiteY3" fmla="*/ 278840 h 2628848"/>
              <a:gd name="connsiteX4" fmla="*/ 3758184 w 5184648"/>
              <a:gd name="connsiteY4" fmla="*/ 918920 h 2628848"/>
              <a:gd name="connsiteX5" fmla="*/ 4325112 w 5184648"/>
              <a:gd name="connsiteY5" fmla="*/ 1586432 h 2628848"/>
              <a:gd name="connsiteX6" fmla="*/ 4718304 w 5184648"/>
              <a:gd name="connsiteY6" fmla="*/ 2080208 h 2628848"/>
              <a:gd name="connsiteX7" fmla="*/ 5184648 w 5184648"/>
              <a:gd name="connsiteY7" fmla="*/ 2628848 h 2628848"/>
              <a:gd name="connsiteX0" fmla="*/ 0 w 5221224"/>
              <a:gd name="connsiteY0" fmla="*/ 95926 h 2619670"/>
              <a:gd name="connsiteX1" fmla="*/ 1463040 w 5221224"/>
              <a:gd name="connsiteY1" fmla="*/ 4486 h 2619670"/>
              <a:gd name="connsiteX2" fmla="*/ 2350008 w 5221224"/>
              <a:gd name="connsiteY2" fmla="*/ 41062 h 2619670"/>
              <a:gd name="connsiteX3" fmla="*/ 3017520 w 5221224"/>
              <a:gd name="connsiteY3" fmla="*/ 269662 h 2619670"/>
              <a:gd name="connsiteX4" fmla="*/ 3794760 w 5221224"/>
              <a:gd name="connsiteY4" fmla="*/ 909742 h 2619670"/>
              <a:gd name="connsiteX5" fmla="*/ 4361688 w 5221224"/>
              <a:gd name="connsiteY5" fmla="*/ 1577254 h 2619670"/>
              <a:gd name="connsiteX6" fmla="*/ 4754880 w 5221224"/>
              <a:gd name="connsiteY6" fmla="*/ 2071030 h 2619670"/>
              <a:gd name="connsiteX7" fmla="*/ 5221224 w 5221224"/>
              <a:gd name="connsiteY7" fmla="*/ 2619670 h 2619670"/>
              <a:gd name="connsiteX0" fmla="*/ 0 w 5221224"/>
              <a:gd name="connsiteY0" fmla="*/ 62752 h 2586496"/>
              <a:gd name="connsiteX1" fmla="*/ 1481328 w 5221224"/>
              <a:gd name="connsiteY1" fmla="*/ 53608 h 2586496"/>
              <a:gd name="connsiteX2" fmla="*/ 2350008 w 5221224"/>
              <a:gd name="connsiteY2" fmla="*/ 7888 h 2586496"/>
              <a:gd name="connsiteX3" fmla="*/ 3017520 w 5221224"/>
              <a:gd name="connsiteY3" fmla="*/ 236488 h 2586496"/>
              <a:gd name="connsiteX4" fmla="*/ 3794760 w 5221224"/>
              <a:gd name="connsiteY4" fmla="*/ 876568 h 2586496"/>
              <a:gd name="connsiteX5" fmla="*/ 4361688 w 5221224"/>
              <a:gd name="connsiteY5" fmla="*/ 1544080 h 2586496"/>
              <a:gd name="connsiteX6" fmla="*/ 4754880 w 5221224"/>
              <a:gd name="connsiteY6" fmla="*/ 2037856 h 2586496"/>
              <a:gd name="connsiteX7" fmla="*/ 5221224 w 5221224"/>
              <a:gd name="connsiteY7" fmla="*/ 2586496 h 2586496"/>
              <a:gd name="connsiteX0" fmla="*/ 0 w 5221224"/>
              <a:gd name="connsiteY0" fmla="*/ 21270 h 2545014"/>
              <a:gd name="connsiteX1" fmla="*/ 1481328 w 5221224"/>
              <a:gd name="connsiteY1" fmla="*/ 12126 h 2545014"/>
              <a:gd name="connsiteX2" fmla="*/ 2350008 w 5221224"/>
              <a:gd name="connsiteY2" fmla="*/ 121854 h 2545014"/>
              <a:gd name="connsiteX3" fmla="*/ 3017520 w 5221224"/>
              <a:gd name="connsiteY3" fmla="*/ 195006 h 2545014"/>
              <a:gd name="connsiteX4" fmla="*/ 3794760 w 5221224"/>
              <a:gd name="connsiteY4" fmla="*/ 835086 h 2545014"/>
              <a:gd name="connsiteX5" fmla="*/ 4361688 w 5221224"/>
              <a:gd name="connsiteY5" fmla="*/ 1502598 h 2545014"/>
              <a:gd name="connsiteX6" fmla="*/ 4754880 w 5221224"/>
              <a:gd name="connsiteY6" fmla="*/ 1996374 h 2545014"/>
              <a:gd name="connsiteX7" fmla="*/ 5221224 w 5221224"/>
              <a:gd name="connsiteY7" fmla="*/ 2545014 h 2545014"/>
              <a:gd name="connsiteX0" fmla="*/ 0 w 5221224"/>
              <a:gd name="connsiteY0" fmla="*/ 21270 h 2545014"/>
              <a:gd name="connsiteX1" fmla="*/ 1481328 w 5221224"/>
              <a:gd name="connsiteY1" fmla="*/ 12126 h 2545014"/>
              <a:gd name="connsiteX2" fmla="*/ 2350008 w 5221224"/>
              <a:gd name="connsiteY2" fmla="*/ 121854 h 2545014"/>
              <a:gd name="connsiteX3" fmla="*/ 2980944 w 5221224"/>
              <a:gd name="connsiteY3" fmla="*/ 341310 h 2545014"/>
              <a:gd name="connsiteX4" fmla="*/ 3794760 w 5221224"/>
              <a:gd name="connsiteY4" fmla="*/ 835086 h 2545014"/>
              <a:gd name="connsiteX5" fmla="*/ 4361688 w 5221224"/>
              <a:gd name="connsiteY5" fmla="*/ 1502598 h 2545014"/>
              <a:gd name="connsiteX6" fmla="*/ 4754880 w 5221224"/>
              <a:gd name="connsiteY6" fmla="*/ 1996374 h 2545014"/>
              <a:gd name="connsiteX7" fmla="*/ 5221224 w 5221224"/>
              <a:gd name="connsiteY7" fmla="*/ 2545014 h 2545014"/>
              <a:gd name="connsiteX0" fmla="*/ 0 w 5221224"/>
              <a:gd name="connsiteY0" fmla="*/ 21270 h 2545014"/>
              <a:gd name="connsiteX1" fmla="*/ 1481328 w 5221224"/>
              <a:gd name="connsiteY1" fmla="*/ 12126 h 2545014"/>
              <a:gd name="connsiteX2" fmla="*/ 2350008 w 5221224"/>
              <a:gd name="connsiteY2" fmla="*/ 121854 h 2545014"/>
              <a:gd name="connsiteX3" fmla="*/ 2980944 w 5221224"/>
              <a:gd name="connsiteY3" fmla="*/ 341310 h 2545014"/>
              <a:gd name="connsiteX4" fmla="*/ 3721608 w 5221224"/>
              <a:gd name="connsiteY4" fmla="*/ 944814 h 2545014"/>
              <a:gd name="connsiteX5" fmla="*/ 4361688 w 5221224"/>
              <a:gd name="connsiteY5" fmla="*/ 1502598 h 2545014"/>
              <a:gd name="connsiteX6" fmla="*/ 4754880 w 5221224"/>
              <a:gd name="connsiteY6" fmla="*/ 1996374 h 2545014"/>
              <a:gd name="connsiteX7" fmla="*/ 5221224 w 5221224"/>
              <a:gd name="connsiteY7" fmla="*/ 2545014 h 2545014"/>
              <a:gd name="connsiteX0" fmla="*/ 0 w 5221224"/>
              <a:gd name="connsiteY0" fmla="*/ 21270 h 2545014"/>
              <a:gd name="connsiteX1" fmla="*/ 1481328 w 5221224"/>
              <a:gd name="connsiteY1" fmla="*/ 12126 h 2545014"/>
              <a:gd name="connsiteX2" fmla="*/ 2350008 w 5221224"/>
              <a:gd name="connsiteY2" fmla="*/ 121854 h 2545014"/>
              <a:gd name="connsiteX3" fmla="*/ 2980944 w 5221224"/>
              <a:gd name="connsiteY3" fmla="*/ 341310 h 2545014"/>
              <a:gd name="connsiteX4" fmla="*/ 3721608 w 5221224"/>
              <a:gd name="connsiteY4" fmla="*/ 944814 h 2545014"/>
              <a:gd name="connsiteX5" fmla="*/ 4270248 w 5221224"/>
              <a:gd name="connsiteY5" fmla="*/ 1594038 h 2545014"/>
              <a:gd name="connsiteX6" fmla="*/ 4754880 w 5221224"/>
              <a:gd name="connsiteY6" fmla="*/ 1996374 h 2545014"/>
              <a:gd name="connsiteX7" fmla="*/ 5221224 w 5221224"/>
              <a:gd name="connsiteY7" fmla="*/ 2545014 h 2545014"/>
              <a:gd name="connsiteX0" fmla="*/ 0 w 5221224"/>
              <a:gd name="connsiteY0" fmla="*/ 21270 h 2545014"/>
              <a:gd name="connsiteX1" fmla="*/ 1481328 w 5221224"/>
              <a:gd name="connsiteY1" fmla="*/ 12126 h 2545014"/>
              <a:gd name="connsiteX2" fmla="*/ 2350008 w 5221224"/>
              <a:gd name="connsiteY2" fmla="*/ 121854 h 2545014"/>
              <a:gd name="connsiteX3" fmla="*/ 2980944 w 5221224"/>
              <a:gd name="connsiteY3" fmla="*/ 341310 h 2545014"/>
              <a:gd name="connsiteX4" fmla="*/ 3721608 w 5221224"/>
              <a:gd name="connsiteY4" fmla="*/ 944814 h 2545014"/>
              <a:gd name="connsiteX5" fmla="*/ 4270248 w 5221224"/>
              <a:gd name="connsiteY5" fmla="*/ 1594038 h 2545014"/>
              <a:gd name="connsiteX6" fmla="*/ 4709160 w 5221224"/>
              <a:gd name="connsiteY6" fmla="*/ 2096958 h 2545014"/>
              <a:gd name="connsiteX7" fmla="*/ 5221224 w 5221224"/>
              <a:gd name="connsiteY7" fmla="*/ 2545014 h 2545014"/>
              <a:gd name="connsiteX0" fmla="*/ 0 w 5129784"/>
              <a:gd name="connsiteY0" fmla="*/ 21270 h 2654742"/>
              <a:gd name="connsiteX1" fmla="*/ 1481328 w 5129784"/>
              <a:gd name="connsiteY1" fmla="*/ 12126 h 2654742"/>
              <a:gd name="connsiteX2" fmla="*/ 2350008 w 5129784"/>
              <a:gd name="connsiteY2" fmla="*/ 121854 h 2654742"/>
              <a:gd name="connsiteX3" fmla="*/ 2980944 w 5129784"/>
              <a:gd name="connsiteY3" fmla="*/ 341310 h 2654742"/>
              <a:gd name="connsiteX4" fmla="*/ 3721608 w 5129784"/>
              <a:gd name="connsiteY4" fmla="*/ 944814 h 2654742"/>
              <a:gd name="connsiteX5" fmla="*/ 4270248 w 5129784"/>
              <a:gd name="connsiteY5" fmla="*/ 1594038 h 2654742"/>
              <a:gd name="connsiteX6" fmla="*/ 4709160 w 5129784"/>
              <a:gd name="connsiteY6" fmla="*/ 2096958 h 2654742"/>
              <a:gd name="connsiteX7" fmla="*/ 5129784 w 5129784"/>
              <a:gd name="connsiteY7" fmla="*/ 2654742 h 2654742"/>
              <a:gd name="connsiteX0" fmla="*/ 0 w 5129784"/>
              <a:gd name="connsiteY0" fmla="*/ 21270 h 2654742"/>
              <a:gd name="connsiteX1" fmla="*/ 1481328 w 5129784"/>
              <a:gd name="connsiteY1" fmla="*/ 12126 h 2654742"/>
              <a:gd name="connsiteX2" fmla="*/ 2350008 w 5129784"/>
              <a:gd name="connsiteY2" fmla="*/ 121854 h 2654742"/>
              <a:gd name="connsiteX3" fmla="*/ 2980944 w 5129784"/>
              <a:gd name="connsiteY3" fmla="*/ 341310 h 2654742"/>
              <a:gd name="connsiteX4" fmla="*/ 3721608 w 5129784"/>
              <a:gd name="connsiteY4" fmla="*/ 944814 h 2654742"/>
              <a:gd name="connsiteX5" fmla="*/ 4315968 w 5129784"/>
              <a:gd name="connsiteY5" fmla="*/ 1530030 h 2654742"/>
              <a:gd name="connsiteX6" fmla="*/ 4709160 w 5129784"/>
              <a:gd name="connsiteY6" fmla="*/ 2096958 h 2654742"/>
              <a:gd name="connsiteX7" fmla="*/ 5129784 w 5129784"/>
              <a:gd name="connsiteY7" fmla="*/ 2654742 h 2654742"/>
              <a:gd name="connsiteX0" fmla="*/ 0 w 5129784"/>
              <a:gd name="connsiteY0" fmla="*/ 21270 h 2654742"/>
              <a:gd name="connsiteX1" fmla="*/ 1481328 w 5129784"/>
              <a:gd name="connsiteY1" fmla="*/ 12126 h 2654742"/>
              <a:gd name="connsiteX2" fmla="*/ 2350008 w 5129784"/>
              <a:gd name="connsiteY2" fmla="*/ 121854 h 2654742"/>
              <a:gd name="connsiteX3" fmla="*/ 2980944 w 5129784"/>
              <a:gd name="connsiteY3" fmla="*/ 341310 h 2654742"/>
              <a:gd name="connsiteX4" fmla="*/ 3721608 w 5129784"/>
              <a:gd name="connsiteY4" fmla="*/ 944814 h 2654742"/>
              <a:gd name="connsiteX5" fmla="*/ 4261104 w 5129784"/>
              <a:gd name="connsiteY5" fmla="*/ 1539174 h 2654742"/>
              <a:gd name="connsiteX6" fmla="*/ 4709160 w 5129784"/>
              <a:gd name="connsiteY6" fmla="*/ 2096958 h 2654742"/>
              <a:gd name="connsiteX7" fmla="*/ 5129784 w 5129784"/>
              <a:gd name="connsiteY7" fmla="*/ 2654742 h 2654742"/>
              <a:gd name="connsiteX0" fmla="*/ 0 w 5221224"/>
              <a:gd name="connsiteY0" fmla="*/ 21270 h 2709606"/>
              <a:gd name="connsiteX1" fmla="*/ 1481328 w 5221224"/>
              <a:gd name="connsiteY1" fmla="*/ 12126 h 2709606"/>
              <a:gd name="connsiteX2" fmla="*/ 2350008 w 5221224"/>
              <a:gd name="connsiteY2" fmla="*/ 121854 h 2709606"/>
              <a:gd name="connsiteX3" fmla="*/ 2980944 w 5221224"/>
              <a:gd name="connsiteY3" fmla="*/ 341310 h 2709606"/>
              <a:gd name="connsiteX4" fmla="*/ 3721608 w 5221224"/>
              <a:gd name="connsiteY4" fmla="*/ 944814 h 2709606"/>
              <a:gd name="connsiteX5" fmla="*/ 4261104 w 5221224"/>
              <a:gd name="connsiteY5" fmla="*/ 1539174 h 2709606"/>
              <a:gd name="connsiteX6" fmla="*/ 4709160 w 5221224"/>
              <a:gd name="connsiteY6" fmla="*/ 2096958 h 2709606"/>
              <a:gd name="connsiteX7" fmla="*/ 5221224 w 5221224"/>
              <a:gd name="connsiteY7" fmla="*/ 2709606 h 2709606"/>
              <a:gd name="connsiteX0" fmla="*/ 0 w 5221224"/>
              <a:gd name="connsiteY0" fmla="*/ 21270 h 2709606"/>
              <a:gd name="connsiteX1" fmla="*/ 1481328 w 5221224"/>
              <a:gd name="connsiteY1" fmla="*/ 12126 h 2709606"/>
              <a:gd name="connsiteX2" fmla="*/ 2350008 w 5221224"/>
              <a:gd name="connsiteY2" fmla="*/ 121854 h 2709606"/>
              <a:gd name="connsiteX3" fmla="*/ 2980944 w 5221224"/>
              <a:gd name="connsiteY3" fmla="*/ 341310 h 2709606"/>
              <a:gd name="connsiteX4" fmla="*/ 3721608 w 5221224"/>
              <a:gd name="connsiteY4" fmla="*/ 944814 h 2709606"/>
              <a:gd name="connsiteX5" fmla="*/ 4261104 w 5221224"/>
              <a:gd name="connsiteY5" fmla="*/ 1539174 h 2709606"/>
              <a:gd name="connsiteX6" fmla="*/ 4745736 w 5221224"/>
              <a:gd name="connsiteY6" fmla="*/ 2051238 h 2709606"/>
              <a:gd name="connsiteX7" fmla="*/ 5221224 w 5221224"/>
              <a:gd name="connsiteY7" fmla="*/ 2709606 h 2709606"/>
              <a:gd name="connsiteX0" fmla="*/ 0 w 5221224"/>
              <a:gd name="connsiteY0" fmla="*/ 21270 h 2709606"/>
              <a:gd name="connsiteX1" fmla="*/ 1481328 w 5221224"/>
              <a:gd name="connsiteY1" fmla="*/ 12126 h 2709606"/>
              <a:gd name="connsiteX2" fmla="*/ 2350008 w 5221224"/>
              <a:gd name="connsiteY2" fmla="*/ 121854 h 2709606"/>
              <a:gd name="connsiteX3" fmla="*/ 2980944 w 5221224"/>
              <a:gd name="connsiteY3" fmla="*/ 341310 h 2709606"/>
              <a:gd name="connsiteX4" fmla="*/ 3721608 w 5221224"/>
              <a:gd name="connsiteY4" fmla="*/ 944814 h 2709606"/>
              <a:gd name="connsiteX5" fmla="*/ 4261104 w 5221224"/>
              <a:gd name="connsiteY5" fmla="*/ 1539174 h 2709606"/>
              <a:gd name="connsiteX6" fmla="*/ 4718304 w 5221224"/>
              <a:gd name="connsiteY6" fmla="*/ 2060382 h 2709606"/>
              <a:gd name="connsiteX7" fmla="*/ 5221224 w 5221224"/>
              <a:gd name="connsiteY7" fmla="*/ 2709606 h 2709606"/>
              <a:gd name="connsiteX0" fmla="*/ 0 w 5221224"/>
              <a:gd name="connsiteY0" fmla="*/ 21270 h 2709606"/>
              <a:gd name="connsiteX1" fmla="*/ 1481328 w 5221224"/>
              <a:gd name="connsiteY1" fmla="*/ 12126 h 2709606"/>
              <a:gd name="connsiteX2" fmla="*/ 2350008 w 5221224"/>
              <a:gd name="connsiteY2" fmla="*/ 121854 h 2709606"/>
              <a:gd name="connsiteX3" fmla="*/ 2980944 w 5221224"/>
              <a:gd name="connsiteY3" fmla="*/ 341310 h 2709606"/>
              <a:gd name="connsiteX4" fmla="*/ 3721608 w 5221224"/>
              <a:gd name="connsiteY4" fmla="*/ 944814 h 2709606"/>
              <a:gd name="connsiteX5" fmla="*/ 4261104 w 5221224"/>
              <a:gd name="connsiteY5" fmla="*/ 1539174 h 2709606"/>
              <a:gd name="connsiteX6" fmla="*/ 4764024 w 5221224"/>
              <a:gd name="connsiteY6" fmla="*/ 2060382 h 2709606"/>
              <a:gd name="connsiteX7" fmla="*/ 5221224 w 5221224"/>
              <a:gd name="connsiteY7" fmla="*/ 2709606 h 2709606"/>
              <a:gd name="connsiteX0" fmla="*/ 0 w 5221224"/>
              <a:gd name="connsiteY0" fmla="*/ 21270 h 2709606"/>
              <a:gd name="connsiteX1" fmla="*/ 1481328 w 5221224"/>
              <a:gd name="connsiteY1" fmla="*/ 12126 h 2709606"/>
              <a:gd name="connsiteX2" fmla="*/ 2350008 w 5221224"/>
              <a:gd name="connsiteY2" fmla="*/ 121854 h 2709606"/>
              <a:gd name="connsiteX3" fmla="*/ 2980944 w 5221224"/>
              <a:gd name="connsiteY3" fmla="*/ 341310 h 2709606"/>
              <a:gd name="connsiteX4" fmla="*/ 3721608 w 5221224"/>
              <a:gd name="connsiteY4" fmla="*/ 944814 h 2709606"/>
              <a:gd name="connsiteX5" fmla="*/ 4261104 w 5221224"/>
              <a:gd name="connsiteY5" fmla="*/ 1539174 h 2709606"/>
              <a:gd name="connsiteX6" fmla="*/ 4736592 w 5221224"/>
              <a:gd name="connsiteY6" fmla="*/ 2060382 h 2709606"/>
              <a:gd name="connsiteX7" fmla="*/ 5221224 w 5221224"/>
              <a:gd name="connsiteY7" fmla="*/ 2709606 h 2709606"/>
              <a:gd name="connsiteX0" fmla="*/ 0 w 5248656"/>
              <a:gd name="connsiteY0" fmla="*/ 21270 h 2700462"/>
              <a:gd name="connsiteX1" fmla="*/ 1481328 w 5248656"/>
              <a:gd name="connsiteY1" fmla="*/ 12126 h 2700462"/>
              <a:gd name="connsiteX2" fmla="*/ 2350008 w 5248656"/>
              <a:gd name="connsiteY2" fmla="*/ 121854 h 2700462"/>
              <a:gd name="connsiteX3" fmla="*/ 2980944 w 5248656"/>
              <a:gd name="connsiteY3" fmla="*/ 341310 h 2700462"/>
              <a:gd name="connsiteX4" fmla="*/ 3721608 w 5248656"/>
              <a:gd name="connsiteY4" fmla="*/ 944814 h 2700462"/>
              <a:gd name="connsiteX5" fmla="*/ 4261104 w 5248656"/>
              <a:gd name="connsiteY5" fmla="*/ 1539174 h 2700462"/>
              <a:gd name="connsiteX6" fmla="*/ 4736592 w 5248656"/>
              <a:gd name="connsiteY6" fmla="*/ 2060382 h 2700462"/>
              <a:gd name="connsiteX7" fmla="*/ 5248656 w 5248656"/>
              <a:gd name="connsiteY7" fmla="*/ 2700462 h 2700462"/>
              <a:gd name="connsiteX0" fmla="*/ 0 w 5248656"/>
              <a:gd name="connsiteY0" fmla="*/ 27127 h 2706319"/>
              <a:gd name="connsiteX1" fmla="*/ 1490472 w 5248656"/>
              <a:gd name="connsiteY1" fmla="*/ 8839 h 2706319"/>
              <a:gd name="connsiteX2" fmla="*/ 2350008 w 5248656"/>
              <a:gd name="connsiteY2" fmla="*/ 127711 h 2706319"/>
              <a:gd name="connsiteX3" fmla="*/ 2980944 w 5248656"/>
              <a:gd name="connsiteY3" fmla="*/ 347167 h 2706319"/>
              <a:gd name="connsiteX4" fmla="*/ 3721608 w 5248656"/>
              <a:gd name="connsiteY4" fmla="*/ 950671 h 2706319"/>
              <a:gd name="connsiteX5" fmla="*/ 4261104 w 5248656"/>
              <a:gd name="connsiteY5" fmla="*/ 1545031 h 2706319"/>
              <a:gd name="connsiteX6" fmla="*/ 4736592 w 5248656"/>
              <a:gd name="connsiteY6" fmla="*/ 2066239 h 2706319"/>
              <a:gd name="connsiteX7" fmla="*/ 5248656 w 5248656"/>
              <a:gd name="connsiteY7" fmla="*/ 2706319 h 2706319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2980944 w 5248656"/>
              <a:gd name="connsiteY3" fmla="*/ 345818 h 2704970"/>
              <a:gd name="connsiteX4" fmla="*/ 3721608 w 5248656"/>
              <a:gd name="connsiteY4" fmla="*/ 949322 h 2704970"/>
              <a:gd name="connsiteX5" fmla="*/ 4261104 w 5248656"/>
              <a:gd name="connsiteY5" fmla="*/ 1543682 h 2704970"/>
              <a:gd name="connsiteX6" fmla="*/ 4736592 w 5248656"/>
              <a:gd name="connsiteY6" fmla="*/ 2064890 h 2704970"/>
              <a:gd name="connsiteX7" fmla="*/ 5248656 w 5248656"/>
              <a:gd name="connsiteY7" fmla="*/ 2704970 h 2704970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3008376 w 5248656"/>
              <a:gd name="connsiteY3" fmla="*/ 345818 h 2704970"/>
              <a:gd name="connsiteX4" fmla="*/ 3721608 w 5248656"/>
              <a:gd name="connsiteY4" fmla="*/ 949322 h 2704970"/>
              <a:gd name="connsiteX5" fmla="*/ 4261104 w 5248656"/>
              <a:gd name="connsiteY5" fmla="*/ 1543682 h 2704970"/>
              <a:gd name="connsiteX6" fmla="*/ 4736592 w 5248656"/>
              <a:gd name="connsiteY6" fmla="*/ 2064890 h 2704970"/>
              <a:gd name="connsiteX7" fmla="*/ 5248656 w 5248656"/>
              <a:gd name="connsiteY7" fmla="*/ 2704970 h 2704970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3008376 w 5248656"/>
              <a:gd name="connsiteY3" fmla="*/ 345818 h 2704970"/>
              <a:gd name="connsiteX4" fmla="*/ 3749040 w 5248656"/>
              <a:gd name="connsiteY4" fmla="*/ 949322 h 2704970"/>
              <a:gd name="connsiteX5" fmla="*/ 4261104 w 5248656"/>
              <a:gd name="connsiteY5" fmla="*/ 1543682 h 2704970"/>
              <a:gd name="connsiteX6" fmla="*/ 4736592 w 5248656"/>
              <a:gd name="connsiteY6" fmla="*/ 2064890 h 2704970"/>
              <a:gd name="connsiteX7" fmla="*/ 5248656 w 5248656"/>
              <a:gd name="connsiteY7" fmla="*/ 2704970 h 2704970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3008376 w 5248656"/>
              <a:gd name="connsiteY3" fmla="*/ 345818 h 2704970"/>
              <a:gd name="connsiteX4" fmla="*/ 3749040 w 5248656"/>
              <a:gd name="connsiteY4" fmla="*/ 949322 h 2704970"/>
              <a:gd name="connsiteX5" fmla="*/ 4288536 w 5248656"/>
              <a:gd name="connsiteY5" fmla="*/ 1525394 h 2704970"/>
              <a:gd name="connsiteX6" fmla="*/ 4736592 w 5248656"/>
              <a:gd name="connsiteY6" fmla="*/ 2064890 h 2704970"/>
              <a:gd name="connsiteX7" fmla="*/ 5248656 w 5248656"/>
              <a:gd name="connsiteY7" fmla="*/ 2704970 h 2704970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3008376 w 5248656"/>
              <a:gd name="connsiteY3" fmla="*/ 345818 h 2704970"/>
              <a:gd name="connsiteX4" fmla="*/ 3451894 w 5248656"/>
              <a:gd name="connsiteY4" fmla="*/ 625244 h 2704970"/>
              <a:gd name="connsiteX5" fmla="*/ 3749040 w 5248656"/>
              <a:gd name="connsiteY5" fmla="*/ 949322 h 2704970"/>
              <a:gd name="connsiteX6" fmla="*/ 4288536 w 5248656"/>
              <a:gd name="connsiteY6" fmla="*/ 1525394 h 2704970"/>
              <a:gd name="connsiteX7" fmla="*/ 4736592 w 5248656"/>
              <a:gd name="connsiteY7" fmla="*/ 2064890 h 2704970"/>
              <a:gd name="connsiteX8" fmla="*/ 5248656 w 5248656"/>
              <a:gd name="connsiteY8" fmla="*/ 2704970 h 2704970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3008376 w 5248656"/>
              <a:gd name="connsiteY3" fmla="*/ 345818 h 2704970"/>
              <a:gd name="connsiteX4" fmla="*/ 3424462 w 5248656"/>
              <a:gd name="connsiteY4" fmla="*/ 634388 h 2704970"/>
              <a:gd name="connsiteX5" fmla="*/ 3749040 w 5248656"/>
              <a:gd name="connsiteY5" fmla="*/ 949322 h 2704970"/>
              <a:gd name="connsiteX6" fmla="*/ 4288536 w 5248656"/>
              <a:gd name="connsiteY6" fmla="*/ 1525394 h 2704970"/>
              <a:gd name="connsiteX7" fmla="*/ 4736592 w 5248656"/>
              <a:gd name="connsiteY7" fmla="*/ 2064890 h 2704970"/>
              <a:gd name="connsiteX8" fmla="*/ 5248656 w 5248656"/>
              <a:gd name="connsiteY8" fmla="*/ 2704970 h 2704970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3008376 w 5248656"/>
              <a:gd name="connsiteY3" fmla="*/ 345818 h 2704970"/>
              <a:gd name="connsiteX4" fmla="*/ 3424462 w 5248656"/>
              <a:gd name="connsiteY4" fmla="*/ 634388 h 2704970"/>
              <a:gd name="connsiteX5" fmla="*/ 3767328 w 5248656"/>
              <a:gd name="connsiteY5" fmla="*/ 949322 h 2704970"/>
              <a:gd name="connsiteX6" fmla="*/ 4288536 w 5248656"/>
              <a:gd name="connsiteY6" fmla="*/ 1525394 h 2704970"/>
              <a:gd name="connsiteX7" fmla="*/ 4736592 w 5248656"/>
              <a:gd name="connsiteY7" fmla="*/ 2064890 h 2704970"/>
              <a:gd name="connsiteX8" fmla="*/ 5248656 w 5248656"/>
              <a:gd name="connsiteY8" fmla="*/ 2704970 h 2704970"/>
              <a:gd name="connsiteX0" fmla="*/ 0 w 5155615"/>
              <a:gd name="connsiteY0" fmla="*/ 25778 h 2562095"/>
              <a:gd name="connsiteX1" fmla="*/ 1490472 w 5155615"/>
              <a:gd name="connsiteY1" fmla="*/ 7490 h 2562095"/>
              <a:gd name="connsiteX2" fmla="*/ 2340864 w 5155615"/>
              <a:gd name="connsiteY2" fmla="*/ 108074 h 2562095"/>
              <a:gd name="connsiteX3" fmla="*/ 3008376 w 5155615"/>
              <a:gd name="connsiteY3" fmla="*/ 345818 h 2562095"/>
              <a:gd name="connsiteX4" fmla="*/ 3424462 w 5155615"/>
              <a:gd name="connsiteY4" fmla="*/ 634388 h 2562095"/>
              <a:gd name="connsiteX5" fmla="*/ 3767328 w 5155615"/>
              <a:gd name="connsiteY5" fmla="*/ 949322 h 2562095"/>
              <a:gd name="connsiteX6" fmla="*/ 4288536 w 5155615"/>
              <a:gd name="connsiteY6" fmla="*/ 1525394 h 2562095"/>
              <a:gd name="connsiteX7" fmla="*/ 4736592 w 5155615"/>
              <a:gd name="connsiteY7" fmla="*/ 2064890 h 2562095"/>
              <a:gd name="connsiteX8" fmla="*/ 5155615 w 5155615"/>
              <a:gd name="connsiteY8" fmla="*/ 2562095 h 2562095"/>
              <a:gd name="connsiteX0" fmla="*/ 0 w 5155615"/>
              <a:gd name="connsiteY0" fmla="*/ 25778 h 2562095"/>
              <a:gd name="connsiteX1" fmla="*/ 1490472 w 5155615"/>
              <a:gd name="connsiteY1" fmla="*/ 7490 h 2562095"/>
              <a:gd name="connsiteX2" fmla="*/ 2340864 w 5155615"/>
              <a:gd name="connsiteY2" fmla="*/ 108074 h 2562095"/>
              <a:gd name="connsiteX3" fmla="*/ 2965512 w 5155615"/>
              <a:gd name="connsiteY3" fmla="*/ 386458 h 2562095"/>
              <a:gd name="connsiteX4" fmla="*/ 3424462 w 5155615"/>
              <a:gd name="connsiteY4" fmla="*/ 634388 h 2562095"/>
              <a:gd name="connsiteX5" fmla="*/ 3767328 w 5155615"/>
              <a:gd name="connsiteY5" fmla="*/ 949322 h 2562095"/>
              <a:gd name="connsiteX6" fmla="*/ 4288536 w 5155615"/>
              <a:gd name="connsiteY6" fmla="*/ 1525394 h 2562095"/>
              <a:gd name="connsiteX7" fmla="*/ 4736592 w 5155615"/>
              <a:gd name="connsiteY7" fmla="*/ 2064890 h 2562095"/>
              <a:gd name="connsiteX8" fmla="*/ 5155615 w 5155615"/>
              <a:gd name="connsiteY8" fmla="*/ 2562095 h 2562095"/>
              <a:gd name="connsiteX0" fmla="*/ 0 w 5155615"/>
              <a:gd name="connsiteY0" fmla="*/ 25778 h 2562095"/>
              <a:gd name="connsiteX1" fmla="*/ 1490472 w 5155615"/>
              <a:gd name="connsiteY1" fmla="*/ 7490 h 2562095"/>
              <a:gd name="connsiteX2" fmla="*/ 2340864 w 5155615"/>
              <a:gd name="connsiteY2" fmla="*/ 108074 h 2562095"/>
              <a:gd name="connsiteX3" fmla="*/ 2965512 w 5155615"/>
              <a:gd name="connsiteY3" fmla="*/ 386458 h 2562095"/>
              <a:gd name="connsiteX4" fmla="*/ 3386956 w 5155615"/>
              <a:gd name="connsiteY4" fmla="*/ 664868 h 2562095"/>
              <a:gd name="connsiteX5" fmla="*/ 3767328 w 5155615"/>
              <a:gd name="connsiteY5" fmla="*/ 949322 h 2562095"/>
              <a:gd name="connsiteX6" fmla="*/ 4288536 w 5155615"/>
              <a:gd name="connsiteY6" fmla="*/ 1525394 h 2562095"/>
              <a:gd name="connsiteX7" fmla="*/ 4736592 w 5155615"/>
              <a:gd name="connsiteY7" fmla="*/ 2064890 h 2562095"/>
              <a:gd name="connsiteX8" fmla="*/ 5155615 w 5155615"/>
              <a:gd name="connsiteY8" fmla="*/ 2562095 h 2562095"/>
              <a:gd name="connsiteX0" fmla="*/ 0 w 5155615"/>
              <a:gd name="connsiteY0" fmla="*/ 25778 h 2562095"/>
              <a:gd name="connsiteX1" fmla="*/ 1490472 w 5155615"/>
              <a:gd name="connsiteY1" fmla="*/ 7490 h 2562095"/>
              <a:gd name="connsiteX2" fmla="*/ 2340864 w 5155615"/>
              <a:gd name="connsiteY2" fmla="*/ 108074 h 2562095"/>
              <a:gd name="connsiteX3" fmla="*/ 2965512 w 5155615"/>
              <a:gd name="connsiteY3" fmla="*/ 386458 h 2562095"/>
              <a:gd name="connsiteX4" fmla="*/ 3386956 w 5155615"/>
              <a:gd name="connsiteY4" fmla="*/ 664868 h 2562095"/>
              <a:gd name="connsiteX5" fmla="*/ 4288536 w 5155615"/>
              <a:gd name="connsiteY5" fmla="*/ 1525394 h 2562095"/>
              <a:gd name="connsiteX6" fmla="*/ 4736592 w 5155615"/>
              <a:gd name="connsiteY6" fmla="*/ 2064890 h 2562095"/>
              <a:gd name="connsiteX7" fmla="*/ 5155615 w 5155615"/>
              <a:gd name="connsiteY7" fmla="*/ 2562095 h 2562095"/>
              <a:gd name="connsiteX0" fmla="*/ 0 w 5155615"/>
              <a:gd name="connsiteY0" fmla="*/ 25778 h 2562095"/>
              <a:gd name="connsiteX1" fmla="*/ 1490472 w 5155615"/>
              <a:gd name="connsiteY1" fmla="*/ 7490 h 2562095"/>
              <a:gd name="connsiteX2" fmla="*/ 2340864 w 5155615"/>
              <a:gd name="connsiteY2" fmla="*/ 108074 h 2562095"/>
              <a:gd name="connsiteX3" fmla="*/ 2965512 w 5155615"/>
              <a:gd name="connsiteY3" fmla="*/ 386458 h 2562095"/>
              <a:gd name="connsiteX4" fmla="*/ 3386956 w 5155615"/>
              <a:gd name="connsiteY4" fmla="*/ 664868 h 2562095"/>
              <a:gd name="connsiteX5" fmla="*/ 4240313 w 5155615"/>
              <a:gd name="connsiteY5" fmla="*/ 1544444 h 2562095"/>
              <a:gd name="connsiteX6" fmla="*/ 4736592 w 5155615"/>
              <a:gd name="connsiteY6" fmla="*/ 2064890 h 2562095"/>
              <a:gd name="connsiteX7" fmla="*/ 5155615 w 5155615"/>
              <a:gd name="connsiteY7" fmla="*/ 2562095 h 2562095"/>
              <a:gd name="connsiteX0" fmla="*/ 0 w 5155615"/>
              <a:gd name="connsiteY0" fmla="*/ 25778 h 2562095"/>
              <a:gd name="connsiteX1" fmla="*/ 1490472 w 5155615"/>
              <a:gd name="connsiteY1" fmla="*/ 7490 h 2562095"/>
              <a:gd name="connsiteX2" fmla="*/ 2340864 w 5155615"/>
              <a:gd name="connsiteY2" fmla="*/ 108074 h 2562095"/>
              <a:gd name="connsiteX3" fmla="*/ 2981586 w 5155615"/>
              <a:gd name="connsiteY3" fmla="*/ 359788 h 2562095"/>
              <a:gd name="connsiteX4" fmla="*/ 3386956 w 5155615"/>
              <a:gd name="connsiteY4" fmla="*/ 664868 h 2562095"/>
              <a:gd name="connsiteX5" fmla="*/ 4240313 w 5155615"/>
              <a:gd name="connsiteY5" fmla="*/ 1544444 h 2562095"/>
              <a:gd name="connsiteX6" fmla="*/ 4736592 w 5155615"/>
              <a:gd name="connsiteY6" fmla="*/ 2064890 h 2562095"/>
              <a:gd name="connsiteX7" fmla="*/ 5155615 w 5155615"/>
              <a:gd name="connsiteY7" fmla="*/ 2562095 h 2562095"/>
              <a:gd name="connsiteX0" fmla="*/ 0 w 5155615"/>
              <a:gd name="connsiteY0" fmla="*/ 25778 h 2562095"/>
              <a:gd name="connsiteX1" fmla="*/ 1490472 w 5155615"/>
              <a:gd name="connsiteY1" fmla="*/ 7490 h 2562095"/>
              <a:gd name="connsiteX2" fmla="*/ 2340864 w 5155615"/>
              <a:gd name="connsiteY2" fmla="*/ 108074 h 2562095"/>
              <a:gd name="connsiteX3" fmla="*/ 2981586 w 5155615"/>
              <a:gd name="connsiteY3" fmla="*/ 359788 h 2562095"/>
              <a:gd name="connsiteX4" fmla="*/ 3386956 w 5155615"/>
              <a:gd name="connsiteY4" fmla="*/ 664868 h 2562095"/>
              <a:gd name="connsiteX5" fmla="*/ 4240313 w 5155615"/>
              <a:gd name="connsiteY5" fmla="*/ 1544444 h 2562095"/>
              <a:gd name="connsiteX6" fmla="*/ 4736592 w 5155615"/>
              <a:gd name="connsiteY6" fmla="*/ 2064890 h 2562095"/>
              <a:gd name="connsiteX7" fmla="*/ 5155615 w 5155615"/>
              <a:gd name="connsiteY7" fmla="*/ 2562095 h 2562095"/>
              <a:gd name="connsiteX0" fmla="*/ 0 w 5155615"/>
              <a:gd name="connsiteY0" fmla="*/ 25778 h 2562095"/>
              <a:gd name="connsiteX1" fmla="*/ 1490472 w 5155615"/>
              <a:gd name="connsiteY1" fmla="*/ 7490 h 2562095"/>
              <a:gd name="connsiteX2" fmla="*/ 2340864 w 5155615"/>
              <a:gd name="connsiteY2" fmla="*/ 108074 h 2562095"/>
              <a:gd name="connsiteX3" fmla="*/ 2981586 w 5155615"/>
              <a:gd name="connsiteY3" fmla="*/ 359788 h 2562095"/>
              <a:gd name="connsiteX4" fmla="*/ 3386956 w 5155615"/>
              <a:gd name="connsiteY4" fmla="*/ 664868 h 2562095"/>
              <a:gd name="connsiteX5" fmla="*/ 4240313 w 5155615"/>
              <a:gd name="connsiteY5" fmla="*/ 1544444 h 2562095"/>
              <a:gd name="connsiteX6" fmla="*/ 4699085 w 5155615"/>
              <a:gd name="connsiteY6" fmla="*/ 2068700 h 2562095"/>
              <a:gd name="connsiteX7" fmla="*/ 5155615 w 5155615"/>
              <a:gd name="connsiteY7" fmla="*/ 2562095 h 2562095"/>
              <a:gd name="connsiteX0" fmla="*/ 0 w 5155615"/>
              <a:gd name="connsiteY0" fmla="*/ 25778 h 2562095"/>
              <a:gd name="connsiteX1" fmla="*/ 1490472 w 5155615"/>
              <a:gd name="connsiteY1" fmla="*/ 7490 h 2562095"/>
              <a:gd name="connsiteX2" fmla="*/ 2340864 w 5155615"/>
              <a:gd name="connsiteY2" fmla="*/ 108074 h 2562095"/>
              <a:gd name="connsiteX3" fmla="*/ 2981586 w 5155615"/>
              <a:gd name="connsiteY3" fmla="*/ 359788 h 2562095"/>
              <a:gd name="connsiteX4" fmla="*/ 3386956 w 5155615"/>
              <a:gd name="connsiteY4" fmla="*/ 664868 h 2562095"/>
              <a:gd name="connsiteX5" fmla="*/ 4240313 w 5155615"/>
              <a:gd name="connsiteY5" fmla="*/ 1544444 h 2562095"/>
              <a:gd name="connsiteX6" fmla="*/ 4699085 w 5155615"/>
              <a:gd name="connsiteY6" fmla="*/ 2068700 h 2562095"/>
              <a:gd name="connsiteX7" fmla="*/ 5155615 w 5155615"/>
              <a:gd name="connsiteY7" fmla="*/ 2562095 h 2562095"/>
              <a:gd name="connsiteX0" fmla="*/ 0 w 5155615"/>
              <a:gd name="connsiteY0" fmla="*/ 25778 h 2562095"/>
              <a:gd name="connsiteX1" fmla="*/ 1490472 w 5155615"/>
              <a:gd name="connsiteY1" fmla="*/ 7490 h 2562095"/>
              <a:gd name="connsiteX2" fmla="*/ 2340864 w 5155615"/>
              <a:gd name="connsiteY2" fmla="*/ 108074 h 2562095"/>
              <a:gd name="connsiteX3" fmla="*/ 2981586 w 5155615"/>
              <a:gd name="connsiteY3" fmla="*/ 359788 h 2562095"/>
              <a:gd name="connsiteX4" fmla="*/ 4240313 w 5155615"/>
              <a:gd name="connsiteY4" fmla="*/ 1544444 h 2562095"/>
              <a:gd name="connsiteX5" fmla="*/ 4699085 w 5155615"/>
              <a:gd name="connsiteY5" fmla="*/ 2068700 h 2562095"/>
              <a:gd name="connsiteX6" fmla="*/ 5155615 w 5155615"/>
              <a:gd name="connsiteY6" fmla="*/ 2562095 h 2562095"/>
              <a:gd name="connsiteX0" fmla="*/ 0 w 5155615"/>
              <a:gd name="connsiteY0" fmla="*/ 44396 h 2580713"/>
              <a:gd name="connsiteX1" fmla="*/ 1490472 w 5155615"/>
              <a:gd name="connsiteY1" fmla="*/ 26108 h 2580713"/>
              <a:gd name="connsiteX2" fmla="*/ 2981586 w 5155615"/>
              <a:gd name="connsiteY2" fmla="*/ 378406 h 2580713"/>
              <a:gd name="connsiteX3" fmla="*/ 4240313 w 5155615"/>
              <a:gd name="connsiteY3" fmla="*/ 1563062 h 2580713"/>
              <a:gd name="connsiteX4" fmla="*/ 4699085 w 5155615"/>
              <a:gd name="connsiteY4" fmla="*/ 2087318 h 2580713"/>
              <a:gd name="connsiteX5" fmla="*/ 5155615 w 5155615"/>
              <a:gd name="connsiteY5" fmla="*/ 2580713 h 2580713"/>
              <a:gd name="connsiteX0" fmla="*/ 0 w 5155615"/>
              <a:gd name="connsiteY0" fmla="*/ 34245 h 2570562"/>
              <a:gd name="connsiteX1" fmla="*/ 1490472 w 5155615"/>
              <a:gd name="connsiteY1" fmla="*/ 15957 h 2570562"/>
              <a:gd name="connsiteX2" fmla="*/ 2981586 w 5155615"/>
              <a:gd name="connsiteY2" fmla="*/ 368255 h 2570562"/>
              <a:gd name="connsiteX3" fmla="*/ 4240313 w 5155615"/>
              <a:gd name="connsiteY3" fmla="*/ 1552911 h 2570562"/>
              <a:gd name="connsiteX4" fmla="*/ 4699085 w 5155615"/>
              <a:gd name="connsiteY4" fmla="*/ 2077167 h 2570562"/>
              <a:gd name="connsiteX5" fmla="*/ 5155615 w 5155615"/>
              <a:gd name="connsiteY5" fmla="*/ 2570562 h 2570562"/>
              <a:gd name="connsiteX0" fmla="*/ 0 w 5155615"/>
              <a:gd name="connsiteY0" fmla="*/ 34245 h 2570562"/>
              <a:gd name="connsiteX1" fmla="*/ 1490472 w 5155615"/>
              <a:gd name="connsiteY1" fmla="*/ 15957 h 2570562"/>
              <a:gd name="connsiteX2" fmla="*/ 2981586 w 5155615"/>
              <a:gd name="connsiteY2" fmla="*/ 368255 h 2570562"/>
              <a:gd name="connsiteX3" fmla="*/ 4240313 w 5155615"/>
              <a:gd name="connsiteY3" fmla="*/ 1552911 h 2570562"/>
              <a:gd name="connsiteX4" fmla="*/ 4699085 w 5155615"/>
              <a:gd name="connsiteY4" fmla="*/ 2077167 h 2570562"/>
              <a:gd name="connsiteX5" fmla="*/ 5155615 w 5155615"/>
              <a:gd name="connsiteY5" fmla="*/ 2570562 h 2570562"/>
              <a:gd name="connsiteX0" fmla="*/ 0 w 5155615"/>
              <a:gd name="connsiteY0" fmla="*/ 46089 h 2582406"/>
              <a:gd name="connsiteX1" fmla="*/ 1490472 w 5155615"/>
              <a:gd name="connsiteY1" fmla="*/ 27801 h 2582406"/>
              <a:gd name="connsiteX2" fmla="*/ 2944079 w 5155615"/>
              <a:gd name="connsiteY2" fmla="*/ 402959 h 2582406"/>
              <a:gd name="connsiteX3" fmla="*/ 4240313 w 5155615"/>
              <a:gd name="connsiteY3" fmla="*/ 1564755 h 2582406"/>
              <a:gd name="connsiteX4" fmla="*/ 4699085 w 5155615"/>
              <a:gd name="connsiteY4" fmla="*/ 2089011 h 2582406"/>
              <a:gd name="connsiteX5" fmla="*/ 5155615 w 5155615"/>
              <a:gd name="connsiteY5" fmla="*/ 2582406 h 2582406"/>
              <a:gd name="connsiteX0" fmla="*/ 0 w 5155615"/>
              <a:gd name="connsiteY0" fmla="*/ 39320 h 2575637"/>
              <a:gd name="connsiteX1" fmla="*/ 1490472 w 5155615"/>
              <a:gd name="connsiteY1" fmla="*/ 21032 h 2575637"/>
              <a:gd name="connsiteX2" fmla="*/ 2944079 w 5155615"/>
              <a:gd name="connsiteY2" fmla="*/ 396190 h 2575637"/>
              <a:gd name="connsiteX3" fmla="*/ 4240313 w 5155615"/>
              <a:gd name="connsiteY3" fmla="*/ 1557986 h 2575637"/>
              <a:gd name="connsiteX4" fmla="*/ 4699085 w 5155615"/>
              <a:gd name="connsiteY4" fmla="*/ 2082242 h 2575637"/>
              <a:gd name="connsiteX5" fmla="*/ 5155615 w 5155615"/>
              <a:gd name="connsiteY5" fmla="*/ 2575637 h 2575637"/>
              <a:gd name="connsiteX0" fmla="*/ 0 w 5155615"/>
              <a:gd name="connsiteY0" fmla="*/ 39320 h 2575637"/>
              <a:gd name="connsiteX1" fmla="*/ 1490472 w 5155615"/>
              <a:gd name="connsiteY1" fmla="*/ 21032 h 2575637"/>
              <a:gd name="connsiteX2" fmla="*/ 2944079 w 5155615"/>
              <a:gd name="connsiteY2" fmla="*/ 396190 h 2575637"/>
              <a:gd name="connsiteX3" fmla="*/ 4699085 w 5155615"/>
              <a:gd name="connsiteY3" fmla="*/ 2082242 h 2575637"/>
              <a:gd name="connsiteX4" fmla="*/ 5155615 w 5155615"/>
              <a:gd name="connsiteY4" fmla="*/ 2575637 h 2575637"/>
              <a:gd name="connsiteX0" fmla="*/ 0 w 5155615"/>
              <a:gd name="connsiteY0" fmla="*/ 45807 h 2582124"/>
              <a:gd name="connsiteX1" fmla="*/ 1490472 w 5155615"/>
              <a:gd name="connsiteY1" fmla="*/ 27519 h 2582124"/>
              <a:gd name="connsiteX2" fmla="*/ 2997660 w 5155615"/>
              <a:gd name="connsiteY2" fmla="*/ 398867 h 2582124"/>
              <a:gd name="connsiteX3" fmla="*/ 4699085 w 5155615"/>
              <a:gd name="connsiteY3" fmla="*/ 2088729 h 2582124"/>
              <a:gd name="connsiteX4" fmla="*/ 5155615 w 5155615"/>
              <a:gd name="connsiteY4" fmla="*/ 2582124 h 2582124"/>
              <a:gd name="connsiteX0" fmla="*/ 0 w 5155615"/>
              <a:gd name="connsiteY0" fmla="*/ 45807 h 2582124"/>
              <a:gd name="connsiteX1" fmla="*/ 1490472 w 5155615"/>
              <a:gd name="connsiteY1" fmla="*/ 27519 h 2582124"/>
              <a:gd name="connsiteX2" fmla="*/ 2997660 w 5155615"/>
              <a:gd name="connsiteY2" fmla="*/ 398867 h 2582124"/>
              <a:gd name="connsiteX3" fmla="*/ 4699085 w 5155615"/>
              <a:gd name="connsiteY3" fmla="*/ 2088729 h 2582124"/>
              <a:gd name="connsiteX4" fmla="*/ 5155615 w 5155615"/>
              <a:gd name="connsiteY4" fmla="*/ 2582124 h 2582124"/>
              <a:gd name="connsiteX0" fmla="*/ 0 w 5155615"/>
              <a:gd name="connsiteY0" fmla="*/ 45807 h 2582124"/>
              <a:gd name="connsiteX1" fmla="*/ 1490472 w 5155615"/>
              <a:gd name="connsiteY1" fmla="*/ 27519 h 2582124"/>
              <a:gd name="connsiteX2" fmla="*/ 2997660 w 5155615"/>
              <a:gd name="connsiteY2" fmla="*/ 398867 h 2582124"/>
              <a:gd name="connsiteX3" fmla="*/ 4699085 w 5155615"/>
              <a:gd name="connsiteY3" fmla="*/ 2088729 h 2582124"/>
              <a:gd name="connsiteX4" fmla="*/ 5155615 w 5155615"/>
              <a:gd name="connsiteY4" fmla="*/ 2582124 h 2582124"/>
              <a:gd name="connsiteX0" fmla="*/ 0 w 5155615"/>
              <a:gd name="connsiteY0" fmla="*/ 37346 h 2573663"/>
              <a:gd name="connsiteX1" fmla="*/ 1490472 w 5155615"/>
              <a:gd name="connsiteY1" fmla="*/ 19058 h 2573663"/>
              <a:gd name="connsiteX2" fmla="*/ 2997660 w 5155615"/>
              <a:gd name="connsiteY2" fmla="*/ 390406 h 2573663"/>
              <a:gd name="connsiteX3" fmla="*/ 4699085 w 5155615"/>
              <a:gd name="connsiteY3" fmla="*/ 2080268 h 2573663"/>
              <a:gd name="connsiteX4" fmla="*/ 5155615 w 5155615"/>
              <a:gd name="connsiteY4" fmla="*/ 2573663 h 2573663"/>
              <a:gd name="connsiteX0" fmla="*/ 0 w 5155615"/>
              <a:gd name="connsiteY0" fmla="*/ 37346 h 2573663"/>
              <a:gd name="connsiteX1" fmla="*/ 1490472 w 5155615"/>
              <a:gd name="connsiteY1" fmla="*/ 19058 h 2573663"/>
              <a:gd name="connsiteX2" fmla="*/ 2997660 w 5155615"/>
              <a:gd name="connsiteY2" fmla="*/ 390406 h 2573663"/>
              <a:gd name="connsiteX3" fmla="*/ 4699085 w 5155615"/>
              <a:gd name="connsiteY3" fmla="*/ 2080268 h 2573663"/>
              <a:gd name="connsiteX4" fmla="*/ 5155615 w 5155615"/>
              <a:gd name="connsiteY4" fmla="*/ 2573663 h 2573663"/>
              <a:gd name="connsiteX0" fmla="*/ 0 w 5155615"/>
              <a:gd name="connsiteY0" fmla="*/ 37346 h 2573663"/>
              <a:gd name="connsiteX1" fmla="*/ 1490472 w 5155615"/>
              <a:gd name="connsiteY1" fmla="*/ 19058 h 2573663"/>
              <a:gd name="connsiteX2" fmla="*/ 2997660 w 5155615"/>
              <a:gd name="connsiteY2" fmla="*/ 390406 h 2573663"/>
              <a:gd name="connsiteX3" fmla="*/ 4699085 w 5155615"/>
              <a:gd name="connsiteY3" fmla="*/ 2080268 h 2573663"/>
              <a:gd name="connsiteX4" fmla="*/ 5155615 w 5155615"/>
              <a:gd name="connsiteY4" fmla="*/ 2573663 h 2573663"/>
              <a:gd name="connsiteX0" fmla="*/ 0 w 5155615"/>
              <a:gd name="connsiteY0" fmla="*/ 37346 h 2573663"/>
              <a:gd name="connsiteX1" fmla="*/ 1490472 w 5155615"/>
              <a:gd name="connsiteY1" fmla="*/ 19058 h 2573663"/>
              <a:gd name="connsiteX2" fmla="*/ 2997660 w 5155615"/>
              <a:gd name="connsiteY2" fmla="*/ 390406 h 2573663"/>
              <a:gd name="connsiteX3" fmla="*/ 4699085 w 5155615"/>
              <a:gd name="connsiteY3" fmla="*/ 2080268 h 2573663"/>
              <a:gd name="connsiteX4" fmla="*/ 5155615 w 5155615"/>
              <a:gd name="connsiteY4" fmla="*/ 2573663 h 2573663"/>
              <a:gd name="connsiteX0" fmla="*/ 0 w 5155615"/>
              <a:gd name="connsiteY0" fmla="*/ 37346 h 2573663"/>
              <a:gd name="connsiteX1" fmla="*/ 1490472 w 5155615"/>
              <a:gd name="connsiteY1" fmla="*/ 19058 h 2573663"/>
              <a:gd name="connsiteX2" fmla="*/ 2997660 w 5155615"/>
              <a:gd name="connsiteY2" fmla="*/ 390406 h 2573663"/>
              <a:gd name="connsiteX3" fmla="*/ 4699085 w 5155615"/>
              <a:gd name="connsiteY3" fmla="*/ 2080268 h 2573663"/>
              <a:gd name="connsiteX4" fmla="*/ 5155615 w 5155615"/>
              <a:gd name="connsiteY4" fmla="*/ 2573663 h 2573663"/>
              <a:gd name="connsiteX0" fmla="*/ 0 w 5091318"/>
              <a:gd name="connsiteY0" fmla="*/ 37346 h 2573663"/>
              <a:gd name="connsiteX1" fmla="*/ 1490472 w 5091318"/>
              <a:gd name="connsiteY1" fmla="*/ 19058 h 2573663"/>
              <a:gd name="connsiteX2" fmla="*/ 2997660 w 5091318"/>
              <a:gd name="connsiteY2" fmla="*/ 390406 h 2573663"/>
              <a:gd name="connsiteX3" fmla="*/ 4699085 w 5091318"/>
              <a:gd name="connsiteY3" fmla="*/ 2080268 h 2573663"/>
              <a:gd name="connsiteX4" fmla="*/ 5091318 w 5091318"/>
              <a:gd name="connsiteY4" fmla="*/ 2573663 h 2573663"/>
              <a:gd name="connsiteX0" fmla="*/ 0 w 5091318"/>
              <a:gd name="connsiteY0" fmla="*/ 37346 h 2573663"/>
              <a:gd name="connsiteX1" fmla="*/ 1490472 w 5091318"/>
              <a:gd name="connsiteY1" fmla="*/ 19058 h 2573663"/>
              <a:gd name="connsiteX2" fmla="*/ 2997660 w 5091318"/>
              <a:gd name="connsiteY2" fmla="*/ 390406 h 2573663"/>
              <a:gd name="connsiteX3" fmla="*/ 5091318 w 5091318"/>
              <a:gd name="connsiteY3" fmla="*/ 2573663 h 2573663"/>
              <a:gd name="connsiteX0" fmla="*/ 0 w 5091318"/>
              <a:gd name="connsiteY0" fmla="*/ 0 h 2536317"/>
              <a:gd name="connsiteX1" fmla="*/ 2997660 w 5091318"/>
              <a:gd name="connsiteY1" fmla="*/ 353060 h 2536317"/>
              <a:gd name="connsiteX2" fmla="*/ 5091318 w 5091318"/>
              <a:gd name="connsiteY2" fmla="*/ 2536317 h 2536317"/>
              <a:gd name="connsiteX0" fmla="*/ 0 w 5091318"/>
              <a:gd name="connsiteY0" fmla="*/ 20133 h 2556450"/>
              <a:gd name="connsiteX1" fmla="*/ 2997660 w 5091318"/>
              <a:gd name="connsiteY1" fmla="*/ 373193 h 2556450"/>
              <a:gd name="connsiteX2" fmla="*/ 5091318 w 5091318"/>
              <a:gd name="connsiteY2" fmla="*/ 2556450 h 2556450"/>
              <a:gd name="connsiteX0" fmla="*/ 0 w 5091318"/>
              <a:gd name="connsiteY0" fmla="*/ 25824 h 2562141"/>
              <a:gd name="connsiteX1" fmla="*/ 3008376 w 5091318"/>
              <a:gd name="connsiteY1" fmla="*/ 352214 h 2562141"/>
              <a:gd name="connsiteX2" fmla="*/ 5091318 w 5091318"/>
              <a:gd name="connsiteY2" fmla="*/ 2562141 h 2562141"/>
              <a:gd name="connsiteX0" fmla="*/ 0 w 5091318"/>
              <a:gd name="connsiteY0" fmla="*/ 18109 h 2554426"/>
              <a:gd name="connsiteX1" fmla="*/ 2976228 w 5091318"/>
              <a:gd name="connsiteY1" fmla="*/ 382599 h 2554426"/>
              <a:gd name="connsiteX2" fmla="*/ 5091318 w 5091318"/>
              <a:gd name="connsiteY2" fmla="*/ 2554426 h 2554426"/>
              <a:gd name="connsiteX0" fmla="*/ 0 w 5091318"/>
              <a:gd name="connsiteY0" fmla="*/ 14538 h 2550855"/>
              <a:gd name="connsiteX1" fmla="*/ 2976228 w 5091318"/>
              <a:gd name="connsiteY1" fmla="*/ 379028 h 2550855"/>
              <a:gd name="connsiteX2" fmla="*/ 5091318 w 5091318"/>
              <a:gd name="connsiteY2" fmla="*/ 2550855 h 2550855"/>
              <a:gd name="connsiteX0" fmla="*/ 0 w 5091318"/>
              <a:gd name="connsiteY0" fmla="*/ 27253 h 2563570"/>
              <a:gd name="connsiteX1" fmla="*/ 2976228 w 5091318"/>
              <a:gd name="connsiteY1" fmla="*/ 391743 h 2563570"/>
              <a:gd name="connsiteX2" fmla="*/ 5091318 w 5091318"/>
              <a:gd name="connsiteY2" fmla="*/ 2563570 h 2563570"/>
              <a:gd name="connsiteX0" fmla="*/ 0 w 5091318"/>
              <a:gd name="connsiteY0" fmla="*/ 27253 h 2563570"/>
              <a:gd name="connsiteX1" fmla="*/ 2976228 w 5091318"/>
              <a:gd name="connsiteY1" fmla="*/ 391743 h 2563570"/>
              <a:gd name="connsiteX2" fmla="*/ 5091318 w 5091318"/>
              <a:gd name="connsiteY2" fmla="*/ 2563570 h 2563570"/>
              <a:gd name="connsiteX0" fmla="*/ 0 w 5091318"/>
              <a:gd name="connsiteY0" fmla="*/ 18520 h 2554837"/>
              <a:gd name="connsiteX1" fmla="*/ 2976228 w 5091318"/>
              <a:gd name="connsiteY1" fmla="*/ 383010 h 2554837"/>
              <a:gd name="connsiteX2" fmla="*/ 5091318 w 5091318"/>
              <a:gd name="connsiteY2" fmla="*/ 2554837 h 2554837"/>
              <a:gd name="connsiteX0" fmla="*/ 0 w 5091318"/>
              <a:gd name="connsiteY0" fmla="*/ 24237 h 2560554"/>
              <a:gd name="connsiteX1" fmla="*/ 2976228 w 5091318"/>
              <a:gd name="connsiteY1" fmla="*/ 388727 h 2560554"/>
              <a:gd name="connsiteX2" fmla="*/ 5091318 w 5091318"/>
              <a:gd name="connsiteY2" fmla="*/ 2560554 h 2560554"/>
              <a:gd name="connsiteX0" fmla="*/ 0 w 5091318"/>
              <a:gd name="connsiteY0" fmla="*/ 22788 h 2559105"/>
              <a:gd name="connsiteX1" fmla="*/ 2976228 w 5091318"/>
              <a:gd name="connsiteY1" fmla="*/ 387278 h 2559105"/>
              <a:gd name="connsiteX2" fmla="*/ 5091318 w 5091318"/>
              <a:gd name="connsiteY2" fmla="*/ 2559105 h 2559105"/>
              <a:gd name="connsiteX0" fmla="*/ 0 w 4957366"/>
              <a:gd name="connsiteY0" fmla="*/ 36508 h 2580486"/>
              <a:gd name="connsiteX1" fmla="*/ 2976228 w 4957366"/>
              <a:gd name="connsiteY1" fmla="*/ 400998 h 2580486"/>
              <a:gd name="connsiteX2" fmla="*/ 4957366 w 4957366"/>
              <a:gd name="connsiteY2" fmla="*/ 2580486 h 2580486"/>
              <a:gd name="connsiteX0" fmla="*/ 0 w 5021663"/>
              <a:gd name="connsiteY0" fmla="*/ 25875 h 2106348"/>
              <a:gd name="connsiteX1" fmla="*/ 2976228 w 5021663"/>
              <a:gd name="connsiteY1" fmla="*/ 390365 h 2106348"/>
              <a:gd name="connsiteX2" fmla="*/ 5021663 w 5021663"/>
              <a:gd name="connsiteY2" fmla="*/ 2106348 h 2106348"/>
              <a:gd name="connsiteX0" fmla="*/ 0 w 5128825"/>
              <a:gd name="connsiteY0" fmla="*/ 38279 h 2643547"/>
              <a:gd name="connsiteX1" fmla="*/ 2976228 w 5128825"/>
              <a:gd name="connsiteY1" fmla="*/ 402769 h 2643547"/>
              <a:gd name="connsiteX2" fmla="*/ 5128825 w 5128825"/>
              <a:gd name="connsiteY2" fmla="*/ 2643547 h 2643547"/>
              <a:gd name="connsiteX0" fmla="*/ 0 w 5128825"/>
              <a:gd name="connsiteY0" fmla="*/ 38279 h 2643547"/>
              <a:gd name="connsiteX1" fmla="*/ 2976228 w 5128825"/>
              <a:gd name="connsiteY1" fmla="*/ 402769 h 2643547"/>
              <a:gd name="connsiteX2" fmla="*/ 5128825 w 5128825"/>
              <a:gd name="connsiteY2" fmla="*/ 2643547 h 2643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28825" h="2643547">
                <a:moveTo>
                  <a:pt x="0" y="38279"/>
                </a:moveTo>
                <a:cubicBezTo>
                  <a:pt x="2017618" y="-40794"/>
                  <a:pt x="2121424" y="-31442"/>
                  <a:pt x="2976228" y="402769"/>
                </a:cubicBezTo>
                <a:cubicBezTo>
                  <a:pt x="3831032" y="836980"/>
                  <a:pt x="4569410" y="2012495"/>
                  <a:pt x="5128825" y="2643547"/>
                </a:cubicBezTo>
              </a:path>
            </a:pathLst>
          </a:cu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3 Elipse"/>
          <p:cNvSpPr/>
          <p:nvPr/>
        </p:nvSpPr>
        <p:spPr>
          <a:xfrm>
            <a:off x="2969230" y="2996923"/>
            <a:ext cx="210299" cy="23057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4 Elipse"/>
          <p:cNvSpPr/>
          <p:nvPr/>
        </p:nvSpPr>
        <p:spPr>
          <a:xfrm>
            <a:off x="2838222" y="4726804"/>
            <a:ext cx="315448" cy="32804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2353244" y="2604855"/>
            <a:ext cx="1644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Observable</a:t>
            </a:r>
          </a:p>
        </p:txBody>
      </p:sp>
      <p:sp>
        <p:nvSpPr>
          <p:cNvPr id="24" name="23 Rectángulo"/>
          <p:cNvSpPr/>
          <p:nvPr/>
        </p:nvSpPr>
        <p:spPr>
          <a:xfrm flipH="1">
            <a:off x="4084839" y="2403476"/>
            <a:ext cx="2369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es-P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57 CuadroTexto"/>
              <p:cNvSpPr txBox="1"/>
              <p:nvPr/>
            </p:nvSpPr>
            <p:spPr>
              <a:xfrm>
                <a:off x="7554902" y="3693018"/>
                <a:ext cx="3813747" cy="1034386"/>
              </a:xfrm>
              <a:prstGeom prst="rect">
                <a:avLst/>
              </a:prstGeom>
              <a:solidFill>
                <a:srgbClr val="BDFFF2"/>
              </a:solidFill>
              <a:ln w="50800">
                <a:solidFill>
                  <a:srgbClr val="3E4095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PE" sz="2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rPr>
                  <a:t>Vector Desplazamiento : </a:t>
                </a:r>
                <a14:m>
                  <m:oMath xmlns:m="http://schemas.openxmlformats.org/officeDocument/2006/math">
                    <m:r>
                      <a:rPr lang="es-PE" sz="34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acc>
                      <m:accPr>
                        <m:chr m:val="⃗"/>
                        <m:ctrlPr>
                          <a:rPr lang="es-PE" sz="34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PE" sz="34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</m:acc>
                    <m:r>
                      <a:rPr lang="es-PE" sz="34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PE" sz="34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s-PE" sz="3400" b="1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PE" sz="3400" b="1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</m:e>
                      <m:sub>
                        <m:r>
                          <a:rPr lang="es-ES" sz="3400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</m:t>
                        </m:r>
                      </m:sub>
                    </m:sSub>
                    <m:r>
                      <a:rPr lang="es-PE" sz="34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s-PE" sz="3400" b="1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s-PE" sz="3400" b="1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PE" sz="3400" b="1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</m:e>
                      <m:sub>
                        <m:r>
                          <a:rPr lang="es-ES" sz="3400" b="1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s-PE" sz="32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  </a:t>
                </a:r>
              </a:p>
            </p:txBody>
          </p:sp>
        </mc:Choice>
        <mc:Fallback xmlns="">
          <p:sp>
            <p:nvSpPr>
              <p:cNvPr id="58" name="5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4902" y="3693018"/>
                <a:ext cx="3813747" cy="1034386"/>
              </a:xfrm>
              <a:prstGeom prst="rect">
                <a:avLst/>
              </a:prstGeom>
              <a:blipFill>
                <a:blip r:embed="rId4"/>
                <a:stretch>
                  <a:fillRect l="-473" t="-2260" r="-3312"/>
                </a:stretch>
              </a:blipFill>
              <a:ln w="50800">
                <a:solidFill>
                  <a:srgbClr val="3E4095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48 CuadroTexto"/>
          <p:cNvSpPr txBox="1"/>
          <p:nvPr/>
        </p:nvSpPr>
        <p:spPr>
          <a:xfrm>
            <a:off x="2354124" y="26222"/>
            <a:ext cx="8286003" cy="7848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spcBef>
                <a:spcPct val="0"/>
              </a:spcBef>
              <a:buNone/>
              <a:defRPr sz="4500" b="1">
                <a:solidFill>
                  <a:srgbClr val="A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ubblegum Sans" panose="02000506000000020004" pitchFamily="2" charset="0"/>
                <a:ea typeface="+mj-ea"/>
                <a:cs typeface="+mj-cs"/>
              </a:defRPr>
            </a:lvl1pPr>
          </a:lstStyle>
          <a:p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CANTIDADES CINEMÁTICAS</a:t>
            </a:r>
          </a:p>
        </p:txBody>
      </p:sp>
      <p:sp>
        <p:nvSpPr>
          <p:cNvPr id="50" name="7 CuadroTexto"/>
          <p:cNvSpPr txBox="1"/>
          <p:nvPr/>
        </p:nvSpPr>
        <p:spPr>
          <a:xfrm>
            <a:off x="1204445" y="1590530"/>
            <a:ext cx="10585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2400" b="1" dirty="0">
                <a:solidFill>
                  <a:srgbClr val="76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Vector que mide el cambio de posición de un móvil, en un intervalo de tiempo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/>
              <p:cNvSpPr/>
              <p:nvPr/>
            </p:nvSpPr>
            <p:spPr>
              <a:xfrm>
                <a:off x="4474007" y="2460383"/>
                <a:ext cx="47419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3600" b="1" i="1" smtClean="0">
                              <a:solidFill>
                                <a:srgbClr val="3333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3600" b="1" i="1">
                              <a:solidFill>
                                <a:srgbClr val="3333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s-ES" sz="3600" b="1" i="1" smtClean="0">
                              <a:solidFill>
                                <a:srgbClr val="3333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Rectá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4007" y="2460383"/>
                <a:ext cx="474195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ángulo 50"/>
              <p:cNvSpPr/>
              <p:nvPr/>
            </p:nvSpPr>
            <p:spPr>
              <a:xfrm>
                <a:off x="6518892" y="5814825"/>
                <a:ext cx="1658645" cy="6988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3600" b="1" i="1" smtClean="0">
                              <a:solidFill>
                                <a:srgbClr val="3333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3600" b="1" i="1">
                              <a:solidFill>
                                <a:srgbClr val="3333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s-ES" sz="3600" b="1" i="1" smtClean="0">
                              <a:solidFill>
                                <a:srgbClr val="3333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s-ES" sz="3600" b="1" i="1" smtClean="0">
                          <a:solidFill>
                            <a:srgbClr val="3333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s-ES" sz="3600" b="1" i="1" smtClean="0">
                              <a:solidFill>
                                <a:srgbClr val="3333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3600" b="1" i="1" smtClean="0">
                              <a:solidFill>
                                <a:srgbClr val="3333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s-ES" sz="3600" b="1" i="1" smtClean="0">
                              <a:solidFill>
                                <a:srgbClr val="3333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1" name="Rectángulo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892" y="5814825"/>
                <a:ext cx="1658645" cy="6988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5043338" y="4219400"/>
                <a:ext cx="593621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3600" b="1" i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acc>
                        <m:accPr>
                          <m:chr m:val="⃗"/>
                          <m:ctrlPr>
                            <a:rPr lang="es-PE" sz="3600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PE" sz="3600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</m:acc>
                    </m:oMath>
                  </m:oMathPara>
                </a14:m>
                <a:endParaRPr lang="en-US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338" y="4219400"/>
                <a:ext cx="593621" cy="646331"/>
              </a:xfrm>
              <a:prstGeom prst="rect">
                <a:avLst/>
              </a:prstGeom>
              <a:blipFill>
                <a:blip r:embed="rId7"/>
                <a:stretch>
                  <a:fillRect r="-1020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/>
              <p:cNvSpPr/>
              <p:nvPr/>
            </p:nvSpPr>
            <p:spPr>
              <a:xfrm>
                <a:off x="3510888" y="3342130"/>
                <a:ext cx="34430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3600" b="1" i="1" smtClean="0">
                              <a:solidFill>
                                <a:srgbClr val="00B05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s-PE" sz="3600" b="1" i="1">
                                  <a:solidFill>
                                    <a:srgbClr val="00B05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PE" sz="3600" b="1" i="1">
                                  <a:solidFill>
                                    <a:srgbClr val="00B05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s-ES" sz="3600" b="1" i="1" smtClean="0">
                              <a:solidFill>
                                <a:srgbClr val="00B05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888" y="3342130"/>
                <a:ext cx="344305" cy="646331"/>
              </a:xfrm>
              <a:prstGeom prst="rect">
                <a:avLst/>
              </a:prstGeom>
              <a:blipFill>
                <a:blip r:embed="rId8"/>
                <a:stretch>
                  <a:fillRect r="-4464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ángulo 51"/>
              <p:cNvSpPr/>
              <p:nvPr/>
            </p:nvSpPr>
            <p:spPr>
              <a:xfrm>
                <a:off x="4439660" y="4623946"/>
                <a:ext cx="344305" cy="6988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3600" b="1" i="1" smtClean="0">
                              <a:solidFill>
                                <a:srgbClr val="00B05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s-PE" sz="3600" b="1" i="1">
                                  <a:solidFill>
                                    <a:srgbClr val="00B05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PE" sz="3600" b="1" i="1">
                                  <a:solidFill>
                                    <a:srgbClr val="00B05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s-ES" sz="3600" b="1" i="1" smtClean="0">
                              <a:solidFill>
                                <a:srgbClr val="00B05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</m:oMath>
                  </m:oMathPara>
                </a14:m>
                <a:endParaRPr lang="en-US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2" name="Rectángulo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660" y="4623946"/>
                <a:ext cx="344305" cy="698846"/>
              </a:xfrm>
              <a:prstGeom prst="rect">
                <a:avLst/>
              </a:prstGeom>
              <a:blipFill>
                <a:blip r:embed="rId9"/>
                <a:stretch>
                  <a:fillRect r="-6315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48 CuadroTexto">
            <a:extLst>
              <a:ext uri="{FF2B5EF4-FFF2-40B4-BE49-F238E27FC236}">
                <a16:creationId xmlns:a16="http://schemas.microsoft.com/office/drawing/2014/main" id="{76752242-3809-416E-8907-E4EEBD61347D}"/>
              </a:ext>
            </a:extLst>
          </p:cNvPr>
          <p:cNvSpPr txBox="1"/>
          <p:nvPr/>
        </p:nvSpPr>
        <p:spPr>
          <a:xfrm>
            <a:off x="3363901" y="1029012"/>
            <a:ext cx="6266448" cy="4616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s-PE"/>
            </a:defPPr>
            <a:lvl1pPr algn="ctr">
              <a:spcBef>
                <a:spcPct val="0"/>
              </a:spcBef>
              <a:buNone/>
              <a:defRPr sz="4500" b="1">
                <a:solidFill>
                  <a:srgbClr val="A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ubblegum Sans" panose="02000506000000020004" pitchFamily="2" charset="0"/>
                <a:ea typeface="+mj-ea"/>
                <a:cs typeface="+mj-cs"/>
              </a:defRPr>
            </a:lvl1pPr>
          </a:lstStyle>
          <a:p>
            <a:r>
              <a:rPr lang="es-PE" sz="3400" dirty="0">
                <a:latin typeface="Arial" panose="020B0604020202020204" pitchFamily="34" charset="0"/>
                <a:cs typeface="Arial" panose="020B0604020202020204" pitchFamily="34" charset="0"/>
              </a:rPr>
              <a:t>VECTOR DESPLAZAMIENTO</a:t>
            </a:r>
          </a:p>
        </p:txBody>
      </p:sp>
      <p:sp>
        <p:nvSpPr>
          <p:cNvPr id="53" name="52 Elipse"/>
          <p:cNvSpPr/>
          <p:nvPr/>
        </p:nvSpPr>
        <p:spPr>
          <a:xfrm>
            <a:off x="4854058" y="3114608"/>
            <a:ext cx="210299" cy="22752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43 Elipse"/>
          <p:cNvSpPr/>
          <p:nvPr/>
        </p:nvSpPr>
        <p:spPr>
          <a:xfrm>
            <a:off x="6705988" y="5610046"/>
            <a:ext cx="210299" cy="22098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13 Conector recto de flecha"/>
          <p:cNvCxnSpPr>
            <a:cxnSpLocks/>
          </p:cNvCxnSpPr>
          <p:nvPr/>
        </p:nvCxnSpPr>
        <p:spPr>
          <a:xfrm flipV="1">
            <a:off x="2995946" y="3227501"/>
            <a:ext cx="1960399" cy="1663327"/>
          </a:xfrm>
          <a:prstGeom prst="straightConnector1">
            <a:avLst/>
          </a:prstGeom>
          <a:ln w="63500">
            <a:solidFill>
              <a:srgbClr val="00B05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 de flecha"/>
          <p:cNvCxnSpPr>
            <a:cxnSpLocks/>
          </p:cNvCxnSpPr>
          <p:nvPr/>
        </p:nvCxnSpPr>
        <p:spPr>
          <a:xfrm>
            <a:off x="2995946" y="4915671"/>
            <a:ext cx="3813746" cy="812984"/>
          </a:xfrm>
          <a:prstGeom prst="straightConnector1">
            <a:avLst/>
          </a:prstGeom>
          <a:ln w="63500">
            <a:solidFill>
              <a:srgbClr val="00B05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 de flecha"/>
          <p:cNvCxnSpPr>
            <a:cxnSpLocks/>
          </p:cNvCxnSpPr>
          <p:nvPr/>
        </p:nvCxnSpPr>
        <p:spPr>
          <a:xfrm>
            <a:off x="4941051" y="3218768"/>
            <a:ext cx="1849556" cy="2509886"/>
          </a:xfrm>
          <a:prstGeom prst="straightConnector1">
            <a:avLst/>
          </a:prstGeom>
          <a:ln w="635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CuadroTexto"/>
          <p:cNvSpPr txBox="1"/>
          <p:nvPr/>
        </p:nvSpPr>
        <p:spPr>
          <a:xfrm>
            <a:off x="2030798" y="5036588"/>
            <a:ext cx="16446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Observador</a:t>
            </a:r>
          </a:p>
        </p:txBody>
      </p:sp>
    </p:spTree>
    <p:extLst>
      <p:ext uri="{BB962C8B-B14F-4D97-AF65-F5344CB8AC3E}">
        <p14:creationId xmlns:p14="http://schemas.microsoft.com/office/powerpoint/2010/main" val="24786316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C 0.06159 -0.00856 0.12331 -0.01689 0.17448 0.04653 C 0.22552 0.10996 0.28412 0.32547 0.30638 0.38125 " pathEditMode="relative" rAng="0" ptsTypes="AAA">
                                      <p:cBhvr>
                                        <p:cTn id="4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313" y="18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4" grpId="0" animBg="1"/>
      <p:bldP spid="4" grpId="1" animBg="1"/>
      <p:bldP spid="5" grpId="0" animBg="1"/>
      <p:bldP spid="8" grpId="0"/>
      <p:bldP spid="58" grpId="0" animBg="1"/>
      <p:bldP spid="49" grpId="0"/>
      <p:bldP spid="50" grpId="0"/>
      <p:bldP spid="3" grpId="0"/>
      <p:bldP spid="51" grpId="0"/>
      <p:bldP spid="7" grpId="0"/>
      <p:bldP spid="9" grpId="0"/>
      <p:bldP spid="52" grpId="0"/>
      <p:bldP spid="28" grpId="0"/>
      <p:bldP spid="53" grpId="0" animBg="1"/>
      <p:bldP spid="44" grpId="0" animBg="1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Forma libre 60">
            <a:extLst>
              <a:ext uri="{FF2B5EF4-FFF2-40B4-BE49-F238E27FC236}">
                <a16:creationId xmlns:a16="http://schemas.microsoft.com/office/drawing/2014/main" id="{0E83A294-C6ED-4320-A4E0-8B0C540FA6A8}"/>
              </a:ext>
            </a:extLst>
          </p:cNvPr>
          <p:cNvSpPr/>
          <p:nvPr/>
        </p:nvSpPr>
        <p:spPr>
          <a:xfrm>
            <a:off x="2999352" y="2838721"/>
            <a:ext cx="3646970" cy="2629316"/>
          </a:xfrm>
          <a:custGeom>
            <a:avLst/>
            <a:gdLst>
              <a:gd name="connsiteX0" fmla="*/ 0 w 5285232"/>
              <a:gd name="connsiteY0" fmla="*/ 47513 h 3001025"/>
              <a:gd name="connsiteX1" fmla="*/ 1426464 w 5285232"/>
              <a:gd name="connsiteY1" fmla="*/ 1793 h 3001025"/>
              <a:gd name="connsiteX2" fmla="*/ 2313432 w 5285232"/>
              <a:gd name="connsiteY2" fmla="*/ 102377 h 3001025"/>
              <a:gd name="connsiteX3" fmla="*/ 2980944 w 5285232"/>
              <a:gd name="connsiteY3" fmla="*/ 330977 h 3001025"/>
              <a:gd name="connsiteX4" fmla="*/ 3758184 w 5285232"/>
              <a:gd name="connsiteY4" fmla="*/ 971057 h 3001025"/>
              <a:gd name="connsiteX5" fmla="*/ 4297680 w 5285232"/>
              <a:gd name="connsiteY5" fmla="*/ 1638569 h 3001025"/>
              <a:gd name="connsiteX6" fmla="*/ 4718304 w 5285232"/>
              <a:gd name="connsiteY6" fmla="*/ 2132345 h 3001025"/>
              <a:gd name="connsiteX7" fmla="*/ 5184648 w 5285232"/>
              <a:gd name="connsiteY7" fmla="*/ 2680985 h 3001025"/>
              <a:gd name="connsiteX8" fmla="*/ 5285232 w 5285232"/>
              <a:gd name="connsiteY8" fmla="*/ 3001025 h 3001025"/>
              <a:gd name="connsiteX0" fmla="*/ 0 w 5285232"/>
              <a:gd name="connsiteY0" fmla="*/ 64597 h 2999821"/>
              <a:gd name="connsiteX1" fmla="*/ 1426464 w 5285232"/>
              <a:gd name="connsiteY1" fmla="*/ 589 h 2999821"/>
              <a:gd name="connsiteX2" fmla="*/ 2313432 w 5285232"/>
              <a:gd name="connsiteY2" fmla="*/ 101173 h 2999821"/>
              <a:gd name="connsiteX3" fmla="*/ 2980944 w 5285232"/>
              <a:gd name="connsiteY3" fmla="*/ 329773 h 2999821"/>
              <a:gd name="connsiteX4" fmla="*/ 3758184 w 5285232"/>
              <a:gd name="connsiteY4" fmla="*/ 969853 h 2999821"/>
              <a:gd name="connsiteX5" fmla="*/ 4297680 w 5285232"/>
              <a:gd name="connsiteY5" fmla="*/ 1637365 h 2999821"/>
              <a:gd name="connsiteX6" fmla="*/ 4718304 w 5285232"/>
              <a:gd name="connsiteY6" fmla="*/ 2131141 h 2999821"/>
              <a:gd name="connsiteX7" fmla="*/ 5184648 w 5285232"/>
              <a:gd name="connsiteY7" fmla="*/ 2679781 h 2999821"/>
              <a:gd name="connsiteX8" fmla="*/ 5285232 w 5285232"/>
              <a:gd name="connsiteY8" fmla="*/ 2999821 h 2999821"/>
              <a:gd name="connsiteX0" fmla="*/ 0 w 5184648"/>
              <a:gd name="connsiteY0" fmla="*/ 64597 h 2679781"/>
              <a:gd name="connsiteX1" fmla="*/ 1426464 w 5184648"/>
              <a:gd name="connsiteY1" fmla="*/ 589 h 2679781"/>
              <a:gd name="connsiteX2" fmla="*/ 2313432 w 5184648"/>
              <a:gd name="connsiteY2" fmla="*/ 101173 h 2679781"/>
              <a:gd name="connsiteX3" fmla="*/ 2980944 w 5184648"/>
              <a:gd name="connsiteY3" fmla="*/ 329773 h 2679781"/>
              <a:gd name="connsiteX4" fmla="*/ 3758184 w 5184648"/>
              <a:gd name="connsiteY4" fmla="*/ 969853 h 2679781"/>
              <a:gd name="connsiteX5" fmla="*/ 4297680 w 5184648"/>
              <a:gd name="connsiteY5" fmla="*/ 1637365 h 2679781"/>
              <a:gd name="connsiteX6" fmla="*/ 4718304 w 5184648"/>
              <a:gd name="connsiteY6" fmla="*/ 2131141 h 2679781"/>
              <a:gd name="connsiteX7" fmla="*/ 5184648 w 5184648"/>
              <a:gd name="connsiteY7" fmla="*/ 2679781 h 2679781"/>
              <a:gd name="connsiteX0" fmla="*/ 0 w 5184648"/>
              <a:gd name="connsiteY0" fmla="*/ 64597 h 2679781"/>
              <a:gd name="connsiteX1" fmla="*/ 1426464 w 5184648"/>
              <a:gd name="connsiteY1" fmla="*/ 589 h 2679781"/>
              <a:gd name="connsiteX2" fmla="*/ 2313432 w 5184648"/>
              <a:gd name="connsiteY2" fmla="*/ 101173 h 2679781"/>
              <a:gd name="connsiteX3" fmla="*/ 2980944 w 5184648"/>
              <a:gd name="connsiteY3" fmla="*/ 329773 h 2679781"/>
              <a:gd name="connsiteX4" fmla="*/ 3758184 w 5184648"/>
              <a:gd name="connsiteY4" fmla="*/ 969853 h 2679781"/>
              <a:gd name="connsiteX5" fmla="*/ 4325112 w 5184648"/>
              <a:gd name="connsiteY5" fmla="*/ 1637365 h 2679781"/>
              <a:gd name="connsiteX6" fmla="*/ 4718304 w 5184648"/>
              <a:gd name="connsiteY6" fmla="*/ 2131141 h 2679781"/>
              <a:gd name="connsiteX7" fmla="*/ 5184648 w 5184648"/>
              <a:gd name="connsiteY7" fmla="*/ 2679781 h 2679781"/>
              <a:gd name="connsiteX0" fmla="*/ 0 w 5184648"/>
              <a:gd name="connsiteY0" fmla="*/ 13664 h 2628848"/>
              <a:gd name="connsiteX1" fmla="*/ 1426464 w 5184648"/>
              <a:gd name="connsiteY1" fmla="*/ 13664 h 2628848"/>
              <a:gd name="connsiteX2" fmla="*/ 2313432 w 5184648"/>
              <a:gd name="connsiteY2" fmla="*/ 50240 h 2628848"/>
              <a:gd name="connsiteX3" fmla="*/ 2980944 w 5184648"/>
              <a:gd name="connsiteY3" fmla="*/ 278840 h 2628848"/>
              <a:gd name="connsiteX4" fmla="*/ 3758184 w 5184648"/>
              <a:gd name="connsiteY4" fmla="*/ 918920 h 2628848"/>
              <a:gd name="connsiteX5" fmla="*/ 4325112 w 5184648"/>
              <a:gd name="connsiteY5" fmla="*/ 1586432 h 2628848"/>
              <a:gd name="connsiteX6" fmla="*/ 4718304 w 5184648"/>
              <a:gd name="connsiteY6" fmla="*/ 2080208 h 2628848"/>
              <a:gd name="connsiteX7" fmla="*/ 5184648 w 5184648"/>
              <a:gd name="connsiteY7" fmla="*/ 2628848 h 2628848"/>
              <a:gd name="connsiteX0" fmla="*/ 0 w 5221224"/>
              <a:gd name="connsiteY0" fmla="*/ 95926 h 2619670"/>
              <a:gd name="connsiteX1" fmla="*/ 1463040 w 5221224"/>
              <a:gd name="connsiteY1" fmla="*/ 4486 h 2619670"/>
              <a:gd name="connsiteX2" fmla="*/ 2350008 w 5221224"/>
              <a:gd name="connsiteY2" fmla="*/ 41062 h 2619670"/>
              <a:gd name="connsiteX3" fmla="*/ 3017520 w 5221224"/>
              <a:gd name="connsiteY3" fmla="*/ 269662 h 2619670"/>
              <a:gd name="connsiteX4" fmla="*/ 3794760 w 5221224"/>
              <a:gd name="connsiteY4" fmla="*/ 909742 h 2619670"/>
              <a:gd name="connsiteX5" fmla="*/ 4361688 w 5221224"/>
              <a:gd name="connsiteY5" fmla="*/ 1577254 h 2619670"/>
              <a:gd name="connsiteX6" fmla="*/ 4754880 w 5221224"/>
              <a:gd name="connsiteY6" fmla="*/ 2071030 h 2619670"/>
              <a:gd name="connsiteX7" fmla="*/ 5221224 w 5221224"/>
              <a:gd name="connsiteY7" fmla="*/ 2619670 h 2619670"/>
              <a:gd name="connsiteX0" fmla="*/ 0 w 5221224"/>
              <a:gd name="connsiteY0" fmla="*/ 62752 h 2586496"/>
              <a:gd name="connsiteX1" fmla="*/ 1481328 w 5221224"/>
              <a:gd name="connsiteY1" fmla="*/ 53608 h 2586496"/>
              <a:gd name="connsiteX2" fmla="*/ 2350008 w 5221224"/>
              <a:gd name="connsiteY2" fmla="*/ 7888 h 2586496"/>
              <a:gd name="connsiteX3" fmla="*/ 3017520 w 5221224"/>
              <a:gd name="connsiteY3" fmla="*/ 236488 h 2586496"/>
              <a:gd name="connsiteX4" fmla="*/ 3794760 w 5221224"/>
              <a:gd name="connsiteY4" fmla="*/ 876568 h 2586496"/>
              <a:gd name="connsiteX5" fmla="*/ 4361688 w 5221224"/>
              <a:gd name="connsiteY5" fmla="*/ 1544080 h 2586496"/>
              <a:gd name="connsiteX6" fmla="*/ 4754880 w 5221224"/>
              <a:gd name="connsiteY6" fmla="*/ 2037856 h 2586496"/>
              <a:gd name="connsiteX7" fmla="*/ 5221224 w 5221224"/>
              <a:gd name="connsiteY7" fmla="*/ 2586496 h 2586496"/>
              <a:gd name="connsiteX0" fmla="*/ 0 w 5221224"/>
              <a:gd name="connsiteY0" fmla="*/ 21270 h 2545014"/>
              <a:gd name="connsiteX1" fmla="*/ 1481328 w 5221224"/>
              <a:gd name="connsiteY1" fmla="*/ 12126 h 2545014"/>
              <a:gd name="connsiteX2" fmla="*/ 2350008 w 5221224"/>
              <a:gd name="connsiteY2" fmla="*/ 121854 h 2545014"/>
              <a:gd name="connsiteX3" fmla="*/ 3017520 w 5221224"/>
              <a:gd name="connsiteY3" fmla="*/ 195006 h 2545014"/>
              <a:gd name="connsiteX4" fmla="*/ 3794760 w 5221224"/>
              <a:gd name="connsiteY4" fmla="*/ 835086 h 2545014"/>
              <a:gd name="connsiteX5" fmla="*/ 4361688 w 5221224"/>
              <a:gd name="connsiteY5" fmla="*/ 1502598 h 2545014"/>
              <a:gd name="connsiteX6" fmla="*/ 4754880 w 5221224"/>
              <a:gd name="connsiteY6" fmla="*/ 1996374 h 2545014"/>
              <a:gd name="connsiteX7" fmla="*/ 5221224 w 5221224"/>
              <a:gd name="connsiteY7" fmla="*/ 2545014 h 2545014"/>
              <a:gd name="connsiteX0" fmla="*/ 0 w 5221224"/>
              <a:gd name="connsiteY0" fmla="*/ 21270 h 2545014"/>
              <a:gd name="connsiteX1" fmla="*/ 1481328 w 5221224"/>
              <a:gd name="connsiteY1" fmla="*/ 12126 h 2545014"/>
              <a:gd name="connsiteX2" fmla="*/ 2350008 w 5221224"/>
              <a:gd name="connsiteY2" fmla="*/ 121854 h 2545014"/>
              <a:gd name="connsiteX3" fmla="*/ 2980944 w 5221224"/>
              <a:gd name="connsiteY3" fmla="*/ 341310 h 2545014"/>
              <a:gd name="connsiteX4" fmla="*/ 3794760 w 5221224"/>
              <a:gd name="connsiteY4" fmla="*/ 835086 h 2545014"/>
              <a:gd name="connsiteX5" fmla="*/ 4361688 w 5221224"/>
              <a:gd name="connsiteY5" fmla="*/ 1502598 h 2545014"/>
              <a:gd name="connsiteX6" fmla="*/ 4754880 w 5221224"/>
              <a:gd name="connsiteY6" fmla="*/ 1996374 h 2545014"/>
              <a:gd name="connsiteX7" fmla="*/ 5221224 w 5221224"/>
              <a:gd name="connsiteY7" fmla="*/ 2545014 h 2545014"/>
              <a:gd name="connsiteX0" fmla="*/ 0 w 5221224"/>
              <a:gd name="connsiteY0" fmla="*/ 21270 h 2545014"/>
              <a:gd name="connsiteX1" fmla="*/ 1481328 w 5221224"/>
              <a:gd name="connsiteY1" fmla="*/ 12126 h 2545014"/>
              <a:gd name="connsiteX2" fmla="*/ 2350008 w 5221224"/>
              <a:gd name="connsiteY2" fmla="*/ 121854 h 2545014"/>
              <a:gd name="connsiteX3" fmla="*/ 2980944 w 5221224"/>
              <a:gd name="connsiteY3" fmla="*/ 341310 h 2545014"/>
              <a:gd name="connsiteX4" fmla="*/ 3721608 w 5221224"/>
              <a:gd name="connsiteY4" fmla="*/ 944814 h 2545014"/>
              <a:gd name="connsiteX5" fmla="*/ 4361688 w 5221224"/>
              <a:gd name="connsiteY5" fmla="*/ 1502598 h 2545014"/>
              <a:gd name="connsiteX6" fmla="*/ 4754880 w 5221224"/>
              <a:gd name="connsiteY6" fmla="*/ 1996374 h 2545014"/>
              <a:gd name="connsiteX7" fmla="*/ 5221224 w 5221224"/>
              <a:gd name="connsiteY7" fmla="*/ 2545014 h 2545014"/>
              <a:gd name="connsiteX0" fmla="*/ 0 w 5221224"/>
              <a:gd name="connsiteY0" fmla="*/ 21270 h 2545014"/>
              <a:gd name="connsiteX1" fmla="*/ 1481328 w 5221224"/>
              <a:gd name="connsiteY1" fmla="*/ 12126 h 2545014"/>
              <a:gd name="connsiteX2" fmla="*/ 2350008 w 5221224"/>
              <a:gd name="connsiteY2" fmla="*/ 121854 h 2545014"/>
              <a:gd name="connsiteX3" fmla="*/ 2980944 w 5221224"/>
              <a:gd name="connsiteY3" fmla="*/ 341310 h 2545014"/>
              <a:gd name="connsiteX4" fmla="*/ 3721608 w 5221224"/>
              <a:gd name="connsiteY4" fmla="*/ 944814 h 2545014"/>
              <a:gd name="connsiteX5" fmla="*/ 4270248 w 5221224"/>
              <a:gd name="connsiteY5" fmla="*/ 1594038 h 2545014"/>
              <a:gd name="connsiteX6" fmla="*/ 4754880 w 5221224"/>
              <a:gd name="connsiteY6" fmla="*/ 1996374 h 2545014"/>
              <a:gd name="connsiteX7" fmla="*/ 5221224 w 5221224"/>
              <a:gd name="connsiteY7" fmla="*/ 2545014 h 2545014"/>
              <a:gd name="connsiteX0" fmla="*/ 0 w 5221224"/>
              <a:gd name="connsiteY0" fmla="*/ 21270 h 2545014"/>
              <a:gd name="connsiteX1" fmla="*/ 1481328 w 5221224"/>
              <a:gd name="connsiteY1" fmla="*/ 12126 h 2545014"/>
              <a:gd name="connsiteX2" fmla="*/ 2350008 w 5221224"/>
              <a:gd name="connsiteY2" fmla="*/ 121854 h 2545014"/>
              <a:gd name="connsiteX3" fmla="*/ 2980944 w 5221224"/>
              <a:gd name="connsiteY3" fmla="*/ 341310 h 2545014"/>
              <a:gd name="connsiteX4" fmla="*/ 3721608 w 5221224"/>
              <a:gd name="connsiteY4" fmla="*/ 944814 h 2545014"/>
              <a:gd name="connsiteX5" fmla="*/ 4270248 w 5221224"/>
              <a:gd name="connsiteY5" fmla="*/ 1594038 h 2545014"/>
              <a:gd name="connsiteX6" fmla="*/ 4709160 w 5221224"/>
              <a:gd name="connsiteY6" fmla="*/ 2096958 h 2545014"/>
              <a:gd name="connsiteX7" fmla="*/ 5221224 w 5221224"/>
              <a:gd name="connsiteY7" fmla="*/ 2545014 h 2545014"/>
              <a:gd name="connsiteX0" fmla="*/ 0 w 5129784"/>
              <a:gd name="connsiteY0" fmla="*/ 21270 h 2654742"/>
              <a:gd name="connsiteX1" fmla="*/ 1481328 w 5129784"/>
              <a:gd name="connsiteY1" fmla="*/ 12126 h 2654742"/>
              <a:gd name="connsiteX2" fmla="*/ 2350008 w 5129784"/>
              <a:gd name="connsiteY2" fmla="*/ 121854 h 2654742"/>
              <a:gd name="connsiteX3" fmla="*/ 2980944 w 5129784"/>
              <a:gd name="connsiteY3" fmla="*/ 341310 h 2654742"/>
              <a:gd name="connsiteX4" fmla="*/ 3721608 w 5129784"/>
              <a:gd name="connsiteY4" fmla="*/ 944814 h 2654742"/>
              <a:gd name="connsiteX5" fmla="*/ 4270248 w 5129784"/>
              <a:gd name="connsiteY5" fmla="*/ 1594038 h 2654742"/>
              <a:gd name="connsiteX6" fmla="*/ 4709160 w 5129784"/>
              <a:gd name="connsiteY6" fmla="*/ 2096958 h 2654742"/>
              <a:gd name="connsiteX7" fmla="*/ 5129784 w 5129784"/>
              <a:gd name="connsiteY7" fmla="*/ 2654742 h 2654742"/>
              <a:gd name="connsiteX0" fmla="*/ 0 w 5129784"/>
              <a:gd name="connsiteY0" fmla="*/ 21270 h 2654742"/>
              <a:gd name="connsiteX1" fmla="*/ 1481328 w 5129784"/>
              <a:gd name="connsiteY1" fmla="*/ 12126 h 2654742"/>
              <a:gd name="connsiteX2" fmla="*/ 2350008 w 5129784"/>
              <a:gd name="connsiteY2" fmla="*/ 121854 h 2654742"/>
              <a:gd name="connsiteX3" fmla="*/ 2980944 w 5129784"/>
              <a:gd name="connsiteY3" fmla="*/ 341310 h 2654742"/>
              <a:gd name="connsiteX4" fmla="*/ 3721608 w 5129784"/>
              <a:gd name="connsiteY4" fmla="*/ 944814 h 2654742"/>
              <a:gd name="connsiteX5" fmla="*/ 4315968 w 5129784"/>
              <a:gd name="connsiteY5" fmla="*/ 1530030 h 2654742"/>
              <a:gd name="connsiteX6" fmla="*/ 4709160 w 5129784"/>
              <a:gd name="connsiteY6" fmla="*/ 2096958 h 2654742"/>
              <a:gd name="connsiteX7" fmla="*/ 5129784 w 5129784"/>
              <a:gd name="connsiteY7" fmla="*/ 2654742 h 2654742"/>
              <a:gd name="connsiteX0" fmla="*/ 0 w 5129784"/>
              <a:gd name="connsiteY0" fmla="*/ 21270 h 2654742"/>
              <a:gd name="connsiteX1" fmla="*/ 1481328 w 5129784"/>
              <a:gd name="connsiteY1" fmla="*/ 12126 h 2654742"/>
              <a:gd name="connsiteX2" fmla="*/ 2350008 w 5129784"/>
              <a:gd name="connsiteY2" fmla="*/ 121854 h 2654742"/>
              <a:gd name="connsiteX3" fmla="*/ 2980944 w 5129784"/>
              <a:gd name="connsiteY3" fmla="*/ 341310 h 2654742"/>
              <a:gd name="connsiteX4" fmla="*/ 3721608 w 5129784"/>
              <a:gd name="connsiteY4" fmla="*/ 944814 h 2654742"/>
              <a:gd name="connsiteX5" fmla="*/ 4261104 w 5129784"/>
              <a:gd name="connsiteY5" fmla="*/ 1539174 h 2654742"/>
              <a:gd name="connsiteX6" fmla="*/ 4709160 w 5129784"/>
              <a:gd name="connsiteY6" fmla="*/ 2096958 h 2654742"/>
              <a:gd name="connsiteX7" fmla="*/ 5129784 w 5129784"/>
              <a:gd name="connsiteY7" fmla="*/ 2654742 h 2654742"/>
              <a:gd name="connsiteX0" fmla="*/ 0 w 5221224"/>
              <a:gd name="connsiteY0" fmla="*/ 21270 h 2709606"/>
              <a:gd name="connsiteX1" fmla="*/ 1481328 w 5221224"/>
              <a:gd name="connsiteY1" fmla="*/ 12126 h 2709606"/>
              <a:gd name="connsiteX2" fmla="*/ 2350008 w 5221224"/>
              <a:gd name="connsiteY2" fmla="*/ 121854 h 2709606"/>
              <a:gd name="connsiteX3" fmla="*/ 2980944 w 5221224"/>
              <a:gd name="connsiteY3" fmla="*/ 341310 h 2709606"/>
              <a:gd name="connsiteX4" fmla="*/ 3721608 w 5221224"/>
              <a:gd name="connsiteY4" fmla="*/ 944814 h 2709606"/>
              <a:gd name="connsiteX5" fmla="*/ 4261104 w 5221224"/>
              <a:gd name="connsiteY5" fmla="*/ 1539174 h 2709606"/>
              <a:gd name="connsiteX6" fmla="*/ 4709160 w 5221224"/>
              <a:gd name="connsiteY6" fmla="*/ 2096958 h 2709606"/>
              <a:gd name="connsiteX7" fmla="*/ 5221224 w 5221224"/>
              <a:gd name="connsiteY7" fmla="*/ 2709606 h 2709606"/>
              <a:gd name="connsiteX0" fmla="*/ 0 w 5221224"/>
              <a:gd name="connsiteY0" fmla="*/ 21270 h 2709606"/>
              <a:gd name="connsiteX1" fmla="*/ 1481328 w 5221224"/>
              <a:gd name="connsiteY1" fmla="*/ 12126 h 2709606"/>
              <a:gd name="connsiteX2" fmla="*/ 2350008 w 5221224"/>
              <a:gd name="connsiteY2" fmla="*/ 121854 h 2709606"/>
              <a:gd name="connsiteX3" fmla="*/ 2980944 w 5221224"/>
              <a:gd name="connsiteY3" fmla="*/ 341310 h 2709606"/>
              <a:gd name="connsiteX4" fmla="*/ 3721608 w 5221224"/>
              <a:gd name="connsiteY4" fmla="*/ 944814 h 2709606"/>
              <a:gd name="connsiteX5" fmla="*/ 4261104 w 5221224"/>
              <a:gd name="connsiteY5" fmla="*/ 1539174 h 2709606"/>
              <a:gd name="connsiteX6" fmla="*/ 4745736 w 5221224"/>
              <a:gd name="connsiteY6" fmla="*/ 2051238 h 2709606"/>
              <a:gd name="connsiteX7" fmla="*/ 5221224 w 5221224"/>
              <a:gd name="connsiteY7" fmla="*/ 2709606 h 2709606"/>
              <a:gd name="connsiteX0" fmla="*/ 0 w 5221224"/>
              <a:gd name="connsiteY0" fmla="*/ 21270 h 2709606"/>
              <a:gd name="connsiteX1" fmla="*/ 1481328 w 5221224"/>
              <a:gd name="connsiteY1" fmla="*/ 12126 h 2709606"/>
              <a:gd name="connsiteX2" fmla="*/ 2350008 w 5221224"/>
              <a:gd name="connsiteY2" fmla="*/ 121854 h 2709606"/>
              <a:gd name="connsiteX3" fmla="*/ 2980944 w 5221224"/>
              <a:gd name="connsiteY3" fmla="*/ 341310 h 2709606"/>
              <a:gd name="connsiteX4" fmla="*/ 3721608 w 5221224"/>
              <a:gd name="connsiteY4" fmla="*/ 944814 h 2709606"/>
              <a:gd name="connsiteX5" fmla="*/ 4261104 w 5221224"/>
              <a:gd name="connsiteY5" fmla="*/ 1539174 h 2709606"/>
              <a:gd name="connsiteX6" fmla="*/ 4718304 w 5221224"/>
              <a:gd name="connsiteY6" fmla="*/ 2060382 h 2709606"/>
              <a:gd name="connsiteX7" fmla="*/ 5221224 w 5221224"/>
              <a:gd name="connsiteY7" fmla="*/ 2709606 h 2709606"/>
              <a:gd name="connsiteX0" fmla="*/ 0 w 5221224"/>
              <a:gd name="connsiteY0" fmla="*/ 21270 h 2709606"/>
              <a:gd name="connsiteX1" fmla="*/ 1481328 w 5221224"/>
              <a:gd name="connsiteY1" fmla="*/ 12126 h 2709606"/>
              <a:gd name="connsiteX2" fmla="*/ 2350008 w 5221224"/>
              <a:gd name="connsiteY2" fmla="*/ 121854 h 2709606"/>
              <a:gd name="connsiteX3" fmla="*/ 2980944 w 5221224"/>
              <a:gd name="connsiteY3" fmla="*/ 341310 h 2709606"/>
              <a:gd name="connsiteX4" fmla="*/ 3721608 w 5221224"/>
              <a:gd name="connsiteY4" fmla="*/ 944814 h 2709606"/>
              <a:gd name="connsiteX5" fmla="*/ 4261104 w 5221224"/>
              <a:gd name="connsiteY5" fmla="*/ 1539174 h 2709606"/>
              <a:gd name="connsiteX6" fmla="*/ 4764024 w 5221224"/>
              <a:gd name="connsiteY6" fmla="*/ 2060382 h 2709606"/>
              <a:gd name="connsiteX7" fmla="*/ 5221224 w 5221224"/>
              <a:gd name="connsiteY7" fmla="*/ 2709606 h 2709606"/>
              <a:gd name="connsiteX0" fmla="*/ 0 w 5221224"/>
              <a:gd name="connsiteY0" fmla="*/ 21270 h 2709606"/>
              <a:gd name="connsiteX1" fmla="*/ 1481328 w 5221224"/>
              <a:gd name="connsiteY1" fmla="*/ 12126 h 2709606"/>
              <a:gd name="connsiteX2" fmla="*/ 2350008 w 5221224"/>
              <a:gd name="connsiteY2" fmla="*/ 121854 h 2709606"/>
              <a:gd name="connsiteX3" fmla="*/ 2980944 w 5221224"/>
              <a:gd name="connsiteY3" fmla="*/ 341310 h 2709606"/>
              <a:gd name="connsiteX4" fmla="*/ 3721608 w 5221224"/>
              <a:gd name="connsiteY4" fmla="*/ 944814 h 2709606"/>
              <a:gd name="connsiteX5" fmla="*/ 4261104 w 5221224"/>
              <a:gd name="connsiteY5" fmla="*/ 1539174 h 2709606"/>
              <a:gd name="connsiteX6" fmla="*/ 4736592 w 5221224"/>
              <a:gd name="connsiteY6" fmla="*/ 2060382 h 2709606"/>
              <a:gd name="connsiteX7" fmla="*/ 5221224 w 5221224"/>
              <a:gd name="connsiteY7" fmla="*/ 2709606 h 2709606"/>
              <a:gd name="connsiteX0" fmla="*/ 0 w 5248656"/>
              <a:gd name="connsiteY0" fmla="*/ 21270 h 2700462"/>
              <a:gd name="connsiteX1" fmla="*/ 1481328 w 5248656"/>
              <a:gd name="connsiteY1" fmla="*/ 12126 h 2700462"/>
              <a:gd name="connsiteX2" fmla="*/ 2350008 w 5248656"/>
              <a:gd name="connsiteY2" fmla="*/ 121854 h 2700462"/>
              <a:gd name="connsiteX3" fmla="*/ 2980944 w 5248656"/>
              <a:gd name="connsiteY3" fmla="*/ 341310 h 2700462"/>
              <a:gd name="connsiteX4" fmla="*/ 3721608 w 5248656"/>
              <a:gd name="connsiteY4" fmla="*/ 944814 h 2700462"/>
              <a:gd name="connsiteX5" fmla="*/ 4261104 w 5248656"/>
              <a:gd name="connsiteY5" fmla="*/ 1539174 h 2700462"/>
              <a:gd name="connsiteX6" fmla="*/ 4736592 w 5248656"/>
              <a:gd name="connsiteY6" fmla="*/ 2060382 h 2700462"/>
              <a:gd name="connsiteX7" fmla="*/ 5248656 w 5248656"/>
              <a:gd name="connsiteY7" fmla="*/ 2700462 h 2700462"/>
              <a:gd name="connsiteX0" fmla="*/ 0 w 5248656"/>
              <a:gd name="connsiteY0" fmla="*/ 27127 h 2706319"/>
              <a:gd name="connsiteX1" fmla="*/ 1490472 w 5248656"/>
              <a:gd name="connsiteY1" fmla="*/ 8839 h 2706319"/>
              <a:gd name="connsiteX2" fmla="*/ 2350008 w 5248656"/>
              <a:gd name="connsiteY2" fmla="*/ 127711 h 2706319"/>
              <a:gd name="connsiteX3" fmla="*/ 2980944 w 5248656"/>
              <a:gd name="connsiteY3" fmla="*/ 347167 h 2706319"/>
              <a:gd name="connsiteX4" fmla="*/ 3721608 w 5248656"/>
              <a:gd name="connsiteY4" fmla="*/ 950671 h 2706319"/>
              <a:gd name="connsiteX5" fmla="*/ 4261104 w 5248656"/>
              <a:gd name="connsiteY5" fmla="*/ 1545031 h 2706319"/>
              <a:gd name="connsiteX6" fmla="*/ 4736592 w 5248656"/>
              <a:gd name="connsiteY6" fmla="*/ 2066239 h 2706319"/>
              <a:gd name="connsiteX7" fmla="*/ 5248656 w 5248656"/>
              <a:gd name="connsiteY7" fmla="*/ 2706319 h 2706319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2980944 w 5248656"/>
              <a:gd name="connsiteY3" fmla="*/ 345818 h 2704970"/>
              <a:gd name="connsiteX4" fmla="*/ 3721608 w 5248656"/>
              <a:gd name="connsiteY4" fmla="*/ 949322 h 2704970"/>
              <a:gd name="connsiteX5" fmla="*/ 4261104 w 5248656"/>
              <a:gd name="connsiteY5" fmla="*/ 1543682 h 2704970"/>
              <a:gd name="connsiteX6" fmla="*/ 4736592 w 5248656"/>
              <a:gd name="connsiteY6" fmla="*/ 2064890 h 2704970"/>
              <a:gd name="connsiteX7" fmla="*/ 5248656 w 5248656"/>
              <a:gd name="connsiteY7" fmla="*/ 2704970 h 2704970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3008376 w 5248656"/>
              <a:gd name="connsiteY3" fmla="*/ 345818 h 2704970"/>
              <a:gd name="connsiteX4" fmla="*/ 3721608 w 5248656"/>
              <a:gd name="connsiteY4" fmla="*/ 949322 h 2704970"/>
              <a:gd name="connsiteX5" fmla="*/ 4261104 w 5248656"/>
              <a:gd name="connsiteY5" fmla="*/ 1543682 h 2704970"/>
              <a:gd name="connsiteX6" fmla="*/ 4736592 w 5248656"/>
              <a:gd name="connsiteY6" fmla="*/ 2064890 h 2704970"/>
              <a:gd name="connsiteX7" fmla="*/ 5248656 w 5248656"/>
              <a:gd name="connsiteY7" fmla="*/ 2704970 h 2704970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3008376 w 5248656"/>
              <a:gd name="connsiteY3" fmla="*/ 345818 h 2704970"/>
              <a:gd name="connsiteX4" fmla="*/ 3749040 w 5248656"/>
              <a:gd name="connsiteY4" fmla="*/ 949322 h 2704970"/>
              <a:gd name="connsiteX5" fmla="*/ 4261104 w 5248656"/>
              <a:gd name="connsiteY5" fmla="*/ 1543682 h 2704970"/>
              <a:gd name="connsiteX6" fmla="*/ 4736592 w 5248656"/>
              <a:gd name="connsiteY6" fmla="*/ 2064890 h 2704970"/>
              <a:gd name="connsiteX7" fmla="*/ 5248656 w 5248656"/>
              <a:gd name="connsiteY7" fmla="*/ 2704970 h 2704970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3008376 w 5248656"/>
              <a:gd name="connsiteY3" fmla="*/ 345818 h 2704970"/>
              <a:gd name="connsiteX4" fmla="*/ 3749040 w 5248656"/>
              <a:gd name="connsiteY4" fmla="*/ 949322 h 2704970"/>
              <a:gd name="connsiteX5" fmla="*/ 4288536 w 5248656"/>
              <a:gd name="connsiteY5" fmla="*/ 1525394 h 2704970"/>
              <a:gd name="connsiteX6" fmla="*/ 4736592 w 5248656"/>
              <a:gd name="connsiteY6" fmla="*/ 2064890 h 2704970"/>
              <a:gd name="connsiteX7" fmla="*/ 5248656 w 5248656"/>
              <a:gd name="connsiteY7" fmla="*/ 2704970 h 2704970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3008376 w 5248656"/>
              <a:gd name="connsiteY3" fmla="*/ 345818 h 2704970"/>
              <a:gd name="connsiteX4" fmla="*/ 3451894 w 5248656"/>
              <a:gd name="connsiteY4" fmla="*/ 625244 h 2704970"/>
              <a:gd name="connsiteX5" fmla="*/ 3749040 w 5248656"/>
              <a:gd name="connsiteY5" fmla="*/ 949322 h 2704970"/>
              <a:gd name="connsiteX6" fmla="*/ 4288536 w 5248656"/>
              <a:gd name="connsiteY6" fmla="*/ 1525394 h 2704970"/>
              <a:gd name="connsiteX7" fmla="*/ 4736592 w 5248656"/>
              <a:gd name="connsiteY7" fmla="*/ 2064890 h 2704970"/>
              <a:gd name="connsiteX8" fmla="*/ 5248656 w 5248656"/>
              <a:gd name="connsiteY8" fmla="*/ 2704970 h 2704970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3008376 w 5248656"/>
              <a:gd name="connsiteY3" fmla="*/ 345818 h 2704970"/>
              <a:gd name="connsiteX4" fmla="*/ 3424462 w 5248656"/>
              <a:gd name="connsiteY4" fmla="*/ 634388 h 2704970"/>
              <a:gd name="connsiteX5" fmla="*/ 3749040 w 5248656"/>
              <a:gd name="connsiteY5" fmla="*/ 949322 h 2704970"/>
              <a:gd name="connsiteX6" fmla="*/ 4288536 w 5248656"/>
              <a:gd name="connsiteY6" fmla="*/ 1525394 h 2704970"/>
              <a:gd name="connsiteX7" fmla="*/ 4736592 w 5248656"/>
              <a:gd name="connsiteY7" fmla="*/ 2064890 h 2704970"/>
              <a:gd name="connsiteX8" fmla="*/ 5248656 w 5248656"/>
              <a:gd name="connsiteY8" fmla="*/ 2704970 h 2704970"/>
              <a:gd name="connsiteX0" fmla="*/ 0 w 5248656"/>
              <a:gd name="connsiteY0" fmla="*/ 25778 h 2704970"/>
              <a:gd name="connsiteX1" fmla="*/ 1490472 w 5248656"/>
              <a:gd name="connsiteY1" fmla="*/ 7490 h 2704970"/>
              <a:gd name="connsiteX2" fmla="*/ 2340864 w 5248656"/>
              <a:gd name="connsiteY2" fmla="*/ 108074 h 2704970"/>
              <a:gd name="connsiteX3" fmla="*/ 3008376 w 5248656"/>
              <a:gd name="connsiteY3" fmla="*/ 345818 h 2704970"/>
              <a:gd name="connsiteX4" fmla="*/ 3424462 w 5248656"/>
              <a:gd name="connsiteY4" fmla="*/ 634388 h 2704970"/>
              <a:gd name="connsiteX5" fmla="*/ 3767328 w 5248656"/>
              <a:gd name="connsiteY5" fmla="*/ 949322 h 2704970"/>
              <a:gd name="connsiteX6" fmla="*/ 4288536 w 5248656"/>
              <a:gd name="connsiteY6" fmla="*/ 1525394 h 2704970"/>
              <a:gd name="connsiteX7" fmla="*/ 4736592 w 5248656"/>
              <a:gd name="connsiteY7" fmla="*/ 2064890 h 2704970"/>
              <a:gd name="connsiteX8" fmla="*/ 5248656 w 5248656"/>
              <a:gd name="connsiteY8" fmla="*/ 2704970 h 2704970"/>
              <a:gd name="connsiteX0" fmla="*/ 0 w 5155615"/>
              <a:gd name="connsiteY0" fmla="*/ 25778 h 2562095"/>
              <a:gd name="connsiteX1" fmla="*/ 1490472 w 5155615"/>
              <a:gd name="connsiteY1" fmla="*/ 7490 h 2562095"/>
              <a:gd name="connsiteX2" fmla="*/ 2340864 w 5155615"/>
              <a:gd name="connsiteY2" fmla="*/ 108074 h 2562095"/>
              <a:gd name="connsiteX3" fmla="*/ 3008376 w 5155615"/>
              <a:gd name="connsiteY3" fmla="*/ 345818 h 2562095"/>
              <a:gd name="connsiteX4" fmla="*/ 3424462 w 5155615"/>
              <a:gd name="connsiteY4" fmla="*/ 634388 h 2562095"/>
              <a:gd name="connsiteX5" fmla="*/ 3767328 w 5155615"/>
              <a:gd name="connsiteY5" fmla="*/ 949322 h 2562095"/>
              <a:gd name="connsiteX6" fmla="*/ 4288536 w 5155615"/>
              <a:gd name="connsiteY6" fmla="*/ 1525394 h 2562095"/>
              <a:gd name="connsiteX7" fmla="*/ 4736592 w 5155615"/>
              <a:gd name="connsiteY7" fmla="*/ 2064890 h 2562095"/>
              <a:gd name="connsiteX8" fmla="*/ 5155615 w 5155615"/>
              <a:gd name="connsiteY8" fmla="*/ 2562095 h 2562095"/>
              <a:gd name="connsiteX0" fmla="*/ 0 w 5155615"/>
              <a:gd name="connsiteY0" fmla="*/ 25778 h 2562095"/>
              <a:gd name="connsiteX1" fmla="*/ 1490472 w 5155615"/>
              <a:gd name="connsiteY1" fmla="*/ 7490 h 2562095"/>
              <a:gd name="connsiteX2" fmla="*/ 2340864 w 5155615"/>
              <a:gd name="connsiteY2" fmla="*/ 108074 h 2562095"/>
              <a:gd name="connsiteX3" fmla="*/ 2965512 w 5155615"/>
              <a:gd name="connsiteY3" fmla="*/ 386458 h 2562095"/>
              <a:gd name="connsiteX4" fmla="*/ 3424462 w 5155615"/>
              <a:gd name="connsiteY4" fmla="*/ 634388 h 2562095"/>
              <a:gd name="connsiteX5" fmla="*/ 3767328 w 5155615"/>
              <a:gd name="connsiteY5" fmla="*/ 949322 h 2562095"/>
              <a:gd name="connsiteX6" fmla="*/ 4288536 w 5155615"/>
              <a:gd name="connsiteY6" fmla="*/ 1525394 h 2562095"/>
              <a:gd name="connsiteX7" fmla="*/ 4736592 w 5155615"/>
              <a:gd name="connsiteY7" fmla="*/ 2064890 h 2562095"/>
              <a:gd name="connsiteX8" fmla="*/ 5155615 w 5155615"/>
              <a:gd name="connsiteY8" fmla="*/ 2562095 h 2562095"/>
              <a:gd name="connsiteX0" fmla="*/ 0 w 5155615"/>
              <a:gd name="connsiteY0" fmla="*/ 25778 h 2562095"/>
              <a:gd name="connsiteX1" fmla="*/ 1490472 w 5155615"/>
              <a:gd name="connsiteY1" fmla="*/ 7490 h 2562095"/>
              <a:gd name="connsiteX2" fmla="*/ 2340864 w 5155615"/>
              <a:gd name="connsiteY2" fmla="*/ 108074 h 2562095"/>
              <a:gd name="connsiteX3" fmla="*/ 2965512 w 5155615"/>
              <a:gd name="connsiteY3" fmla="*/ 386458 h 2562095"/>
              <a:gd name="connsiteX4" fmla="*/ 3386956 w 5155615"/>
              <a:gd name="connsiteY4" fmla="*/ 664868 h 2562095"/>
              <a:gd name="connsiteX5" fmla="*/ 3767328 w 5155615"/>
              <a:gd name="connsiteY5" fmla="*/ 949322 h 2562095"/>
              <a:gd name="connsiteX6" fmla="*/ 4288536 w 5155615"/>
              <a:gd name="connsiteY6" fmla="*/ 1525394 h 2562095"/>
              <a:gd name="connsiteX7" fmla="*/ 4736592 w 5155615"/>
              <a:gd name="connsiteY7" fmla="*/ 2064890 h 2562095"/>
              <a:gd name="connsiteX8" fmla="*/ 5155615 w 5155615"/>
              <a:gd name="connsiteY8" fmla="*/ 2562095 h 2562095"/>
              <a:gd name="connsiteX0" fmla="*/ 0 w 5155615"/>
              <a:gd name="connsiteY0" fmla="*/ 25778 h 2562095"/>
              <a:gd name="connsiteX1" fmla="*/ 1490472 w 5155615"/>
              <a:gd name="connsiteY1" fmla="*/ 7490 h 2562095"/>
              <a:gd name="connsiteX2" fmla="*/ 2340864 w 5155615"/>
              <a:gd name="connsiteY2" fmla="*/ 108074 h 2562095"/>
              <a:gd name="connsiteX3" fmla="*/ 2965512 w 5155615"/>
              <a:gd name="connsiteY3" fmla="*/ 386458 h 2562095"/>
              <a:gd name="connsiteX4" fmla="*/ 3386956 w 5155615"/>
              <a:gd name="connsiteY4" fmla="*/ 664868 h 2562095"/>
              <a:gd name="connsiteX5" fmla="*/ 4288536 w 5155615"/>
              <a:gd name="connsiteY5" fmla="*/ 1525394 h 2562095"/>
              <a:gd name="connsiteX6" fmla="*/ 4736592 w 5155615"/>
              <a:gd name="connsiteY6" fmla="*/ 2064890 h 2562095"/>
              <a:gd name="connsiteX7" fmla="*/ 5155615 w 5155615"/>
              <a:gd name="connsiteY7" fmla="*/ 2562095 h 2562095"/>
              <a:gd name="connsiteX0" fmla="*/ 0 w 5155615"/>
              <a:gd name="connsiteY0" fmla="*/ 25778 h 2562095"/>
              <a:gd name="connsiteX1" fmla="*/ 1490472 w 5155615"/>
              <a:gd name="connsiteY1" fmla="*/ 7490 h 2562095"/>
              <a:gd name="connsiteX2" fmla="*/ 2340864 w 5155615"/>
              <a:gd name="connsiteY2" fmla="*/ 108074 h 2562095"/>
              <a:gd name="connsiteX3" fmla="*/ 2965512 w 5155615"/>
              <a:gd name="connsiteY3" fmla="*/ 386458 h 2562095"/>
              <a:gd name="connsiteX4" fmla="*/ 3386956 w 5155615"/>
              <a:gd name="connsiteY4" fmla="*/ 664868 h 2562095"/>
              <a:gd name="connsiteX5" fmla="*/ 4240313 w 5155615"/>
              <a:gd name="connsiteY5" fmla="*/ 1544444 h 2562095"/>
              <a:gd name="connsiteX6" fmla="*/ 4736592 w 5155615"/>
              <a:gd name="connsiteY6" fmla="*/ 2064890 h 2562095"/>
              <a:gd name="connsiteX7" fmla="*/ 5155615 w 5155615"/>
              <a:gd name="connsiteY7" fmla="*/ 2562095 h 2562095"/>
              <a:gd name="connsiteX0" fmla="*/ 0 w 5155615"/>
              <a:gd name="connsiteY0" fmla="*/ 25778 h 2562095"/>
              <a:gd name="connsiteX1" fmla="*/ 1490472 w 5155615"/>
              <a:gd name="connsiteY1" fmla="*/ 7490 h 2562095"/>
              <a:gd name="connsiteX2" fmla="*/ 2340864 w 5155615"/>
              <a:gd name="connsiteY2" fmla="*/ 108074 h 2562095"/>
              <a:gd name="connsiteX3" fmla="*/ 2981586 w 5155615"/>
              <a:gd name="connsiteY3" fmla="*/ 359788 h 2562095"/>
              <a:gd name="connsiteX4" fmla="*/ 3386956 w 5155615"/>
              <a:gd name="connsiteY4" fmla="*/ 664868 h 2562095"/>
              <a:gd name="connsiteX5" fmla="*/ 4240313 w 5155615"/>
              <a:gd name="connsiteY5" fmla="*/ 1544444 h 2562095"/>
              <a:gd name="connsiteX6" fmla="*/ 4736592 w 5155615"/>
              <a:gd name="connsiteY6" fmla="*/ 2064890 h 2562095"/>
              <a:gd name="connsiteX7" fmla="*/ 5155615 w 5155615"/>
              <a:gd name="connsiteY7" fmla="*/ 2562095 h 2562095"/>
              <a:gd name="connsiteX0" fmla="*/ 0 w 5155615"/>
              <a:gd name="connsiteY0" fmla="*/ 25778 h 2562095"/>
              <a:gd name="connsiteX1" fmla="*/ 1490472 w 5155615"/>
              <a:gd name="connsiteY1" fmla="*/ 7490 h 2562095"/>
              <a:gd name="connsiteX2" fmla="*/ 2340864 w 5155615"/>
              <a:gd name="connsiteY2" fmla="*/ 108074 h 2562095"/>
              <a:gd name="connsiteX3" fmla="*/ 2981586 w 5155615"/>
              <a:gd name="connsiteY3" fmla="*/ 359788 h 2562095"/>
              <a:gd name="connsiteX4" fmla="*/ 3386956 w 5155615"/>
              <a:gd name="connsiteY4" fmla="*/ 664868 h 2562095"/>
              <a:gd name="connsiteX5" fmla="*/ 4240313 w 5155615"/>
              <a:gd name="connsiteY5" fmla="*/ 1544444 h 2562095"/>
              <a:gd name="connsiteX6" fmla="*/ 4736592 w 5155615"/>
              <a:gd name="connsiteY6" fmla="*/ 2064890 h 2562095"/>
              <a:gd name="connsiteX7" fmla="*/ 5155615 w 5155615"/>
              <a:gd name="connsiteY7" fmla="*/ 2562095 h 2562095"/>
              <a:gd name="connsiteX0" fmla="*/ 0 w 5155615"/>
              <a:gd name="connsiteY0" fmla="*/ 25778 h 2562095"/>
              <a:gd name="connsiteX1" fmla="*/ 1490472 w 5155615"/>
              <a:gd name="connsiteY1" fmla="*/ 7490 h 2562095"/>
              <a:gd name="connsiteX2" fmla="*/ 2340864 w 5155615"/>
              <a:gd name="connsiteY2" fmla="*/ 108074 h 2562095"/>
              <a:gd name="connsiteX3" fmla="*/ 2981586 w 5155615"/>
              <a:gd name="connsiteY3" fmla="*/ 359788 h 2562095"/>
              <a:gd name="connsiteX4" fmla="*/ 3386956 w 5155615"/>
              <a:gd name="connsiteY4" fmla="*/ 664868 h 2562095"/>
              <a:gd name="connsiteX5" fmla="*/ 4240313 w 5155615"/>
              <a:gd name="connsiteY5" fmla="*/ 1544444 h 2562095"/>
              <a:gd name="connsiteX6" fmla="*/ 4699085 w 5155615"/>
              <a:gd name="connsiteY6" fmla="*/ 2068700 h 2562095"/>
              <a:gd name="connsiteX7" fmla="*/ 5155615 w 5155615"/>
              <a:gd name="connsiteY7" fmla="*/ 2562095 h 2562095"/>
              <a:gd name="connsiteX0" fmla="*/ 0 w 5155615"/>
              <a:gd name="connsiteY0" fmla="*/ 25778 h 2562095"/>
              <a:gd name="connsiteX1" fmla="*/ 1490472 w 5155615"/>
              <a:gd name="connsiteY1" fmla="*/ 7490 h 2562095"/>
              <a:gd name="connsiteX2" fmla="*/ 2340864 w 5155615"/>
              <a:gd name="connsiteY2" fmla="*/ 108074 h 2562095"/>
              <a:gd name="connsiteX3" fmla="*/ 2981586 w 5155615"/>
              <a:gd name="connsiteY3" fmla="*/ 359788 h 2562095"/>
              <a:gd name="connsiteX4" fmla="*/ 3386956 w 5155615"/>
              <a:gd name="connsiteY4" fmla="*/ 664868 h 2562095"/>
              <a:gd name="connsiteX5" fmla="*/ 4240313 w 5155615"/>
              <a:gd name="connsiteY5" fmla="*/ 1544444 h 2562095"/>
              <a:gd name="connsiteX6" fmla="*/ 4699085 w 5155615"/>
              <a:gd name="connsiteY6" fmla="*/ 2068700 h 2562095"/>
              <a:gd name="connsiteX7" fmla="*/ 5155615 w 5155615"/>
              <a:gd name="connsiteY7" fmla="*/ 2562095 h 2562095"/>
              <a:gd name="connsiteX0" fmla="*/ 0 w 5155615"/>
              <a:gd name="connsiteY0" fmla="*/ 25778 h 2562095"/>
              <a:gd name="connsiteX1" fmla="*/ 1490472 w 5155615"/>
              <a:gd name="connsiteY1" fmla="*/ 7490 h 2562095"/>
              <a:gd name="connsiteX2" fmla="*/ 2340864 w 5155615"/>
              <a:gd name="connsiteY2" fmla="*/ 108074 h 2562095"/>
              <a:gd name="connsiteX3" fmla="*/ 2981586 w 5155615"/>
              <a:gd name="connsiteY3" fmla="*/ 359788 h 2562095"/>
              <a:gd name="connsiteX4" fmla="*/ 4240313 w 5155615"/>
              <a:gd name="connsiteY4" fmla="*/ 1544444 h 2562095"/>
              <a:gd name="connsiteX5" fmla="*/ 4699085 w 5155615"/>
              <a:gd name="connsiteY5" fmla="*/ 2068700 h 2562095"/>
              <a:gd name="connsiteX6" fmla="*/ 5155615 w 5155615"/>
              <a:gd name="connsiteY6" fmla="*/ 2562095 h 2562095"/>
              <a:gd name="connsiteX0" fmla="*/ 0 w 5155615"/>
              <a:gd name="connsiteY0" fmla="*/ 44396 h 2580713"/>
              <a:gd name="connsiteX1" fmla="*/ 1490472 w 5155615"/>
              <a:gd name="connsiteY1" fmla="*/ 26108 h 2580713"/>
              <a:gd name="connsiteX2" fmla="*/ 2981586 w 5155615"/>
              <a:gd name="connsiteY2" fmla="*/ 378406 h 2580713"/>
              <a:gd name="connsiteX3" fmla="*/ 4240313 w 5155615"/>
              <a:gd name="connsiteY3" fmla="*/ 1563062 h 2580713"/>
              <a:gd name="connsiteX4" fmla="*/ 4699085 w 5155615"/>
              <a:gd name="connsiteY4" fmla="*/ 2087318 h 2580713"/>
              <a:gd name="connsiteX5" fmla="*/ 5155615 w 5155615"/>
              <a:gd name="connsiteY5" fmla="*/ 2580713 h 2580713"/>
              <a:gd name="connsiteX0" fmla="*/ 0 w 5155615"/>
              <a:gd name="connsiteY0" fmla="*/ 34245 h 2570562"/>
              <a:gd name="connsiteX1" fmla="*/ 1490472 w 5155615"/>
              <a:gd name="connsiteY1" fmla="*/ 15957 h 2570562"/>
              <a:gd name="connsiteX2" fmla="*/ 2981586 w 5155615"/>
              <a:gd name="connsiteY2" fmla="*/ 368255 h 2570562"/>
              <a:gd name="connsiteX3" fmla="*/ 4240313 w 5155615"/>
              <a:gd name="connsiteY3" fmla="*/ 1552911 h 2570562"/>
              <a:gd name="connsiteX4" fmla="*/ 4699085 w 5155615"/>
              <a:gd name="connsiteY4" fmla="*/ 2077167 h 2570562"/>
              <a:gd name="connsiteX5" fmla="*/ 5155615 w 5155615"/>
              <a:gd name="connsiteY5" fmla="*/ 2570562 h 2570562"/>
              <a:gd name="connsiteX0" fmla="*/ 0 w 5155615"/>
              <a:gd name="connsiteY0" fmla="*/ 34245 h 2570562"/>
              <a:gd name="connsiteX1" fmla="*/ 1490472 w 5155615"/>
              <a:gd name="connsiteY1" fmla="*/ 15957 h 2570562"/>
              <a:gd name="connsiteX2" fmla="*/ 2981586 w 5155615"/>
              <a:gd name="connsiteY2" fmla="*/ 368255 h 2570562"/>
              <a:gd name="connsiteX3" fmla="*/ 4240313 w 5155615"/>
              <a:gd name="connsiteY3" fmla="*/ 1552911 h 2570562"/>
              <a:gd name="connsiteX4" fmla="*/ 4699085 w 5155615"/>
              <a:gd name="connsiteY4" fmla="*/ 2077167 h 2570562"/>
              <a:gd name="connsiteX5" fmla="*/ 5155615 w 5155615"/>
              <a:gd name="connsiteY5" fmla="*/ 2570562 h 2570562"/>
              <a:gd name="connsiteX0" fmla="*/ 0 w 5155615"/>
              <a:gd name="connsiteY0" fmla="*/ 46089 h 2582406"/>
              <a:gd name="connsiteX1" fmla="*/ 1490472 w 5155615"/>
              <a:gd name="connsiteY1" fmla="*/ 27801 h 2582406"/>
              <a:gd name="connsiteX2" fmla="*/ 2944079 w 5155615"/>
              <a:gd name="connsiteY2" fmla="*/ 402959 h 2582406"/>
              <a:gd name="connsiteX3" fmla="*/ 4240313 w 5155615"/>
              <a:gd name="connsiteY3" fmla="*/ 1564755 h 2582406"/>
              <a:gd name="connsiteX4" fmla="*/ 4699085 w 5155615"/>
              <a:gd name="connsiteY4" fmla="*/ 2089011 h 2582406"/>
              <a:gd name="connsiteX5" fmla="*/ 5155615 w 5155615"/>
              <a:gd name="connsiteY5" fmla="*/ 2582406 h 2582406"/>
              <a:gd name="connsiteX0" fmla="*/ 0 w 5155615"/>
              <a:gd name="connsiteY0" fmla="*/ 39320 h 2575637"/>
              <a:gd name="connsiteX1" fmla="*/ 1490472 w 5155615"/>
              <a:gd name="connsiteY1" fmla="*/ 21032 h 2575637"/>
              <a:gd name="connsiteX2" fmla="*/ 2944079 w 5155615"/>
              <a:gd name="connsiteY2" fmla="*/ 396190 h 2575637"/>
              <a:gd name="connsiteX3" fmla="*/ 4240313 w 5155615"/>
              <a:gd name="connsiteY3" fmla="*/ 1557986 h 2575637"/>
              <a:gd name="connsiteX4" fmla="*/ 4699085 w 5155615"/>
              <a:gd name="connsiteY4" fmla="*/ 2082242 h 2575637"/>
              <a:gd name="connsiteX5" fmla="*/ 5155615 w 5155615"/>
              <a:gd name="connsiteY5" fmla="*/ 2575637 h 2575637"/>
              <a:gd name="connsiteX0" fmla="*/ 0 w 5155615"/>
              <a:gd name="connsiteY0" fmla="*/ 39320 h 2575637"/>
              <a:gd name="connsiteX1" fmla="*/ 1490472 w 5155615"/>
              <a:gd name="connsiteY1" fmla="*/ 21032 h 2575637"/>
              <a:gd name="connsiteX2" fmla="*/ 2944079 w 5155615"/>
              <a:gd name="connsiteY2" fmla="*/ 396190 h 2575637"/>
              <a:gd name="connsiteX3" fmla="*/ 4699085 w 5155615"/>
              <a:gd name="connsiteY3" fmla="*/ 2082242 h 2575637"/>
              <a:gd name="connsiteX4" fmla="*/ 5155615 w 5155615"/>
              <a:gd name="connsiteY4" fmla="*/ 2575637 h 2575637"/>
              <a:gd name="connsiteX0" fmla="*/ 0 w 5155615"/>
              <a:gd name="connsiteY0" fmla="*/ 45807 h 2582124"/>
              <a:gd name="connsiteX1" fmla="*/ 1490472 w 5155615"/>
              <a:gd name="connsiteY1" fmla="*/ 27519 h 2582124"/>
              <a:gd name="connsiteX2" fmla="*/ 2997660 w 5155615"/>
              <a:gd name="connsiteY2" fmla="*/ 398867 h 2582124"/>
              <a:gd name="connsiteX3" fmla="*/ 4699085 w 5155615"/>
              <a:gd name="connsiteY3" fmla="*/ 2088729 h 2582124"/>
              <a:gd name="connsiteX4" fmla="*/ 5155615 w 5155615"/>
              <a:gd name="connsiteY4" fmla="*/ 2582124 h 2582124"/>
              <a:gd name="connsiteX0" fmla="*/ 0 w 5155615"/>
              <a:gd name="connsiteY0" fmla="*/ 45807 h 2582124"/>
              <a:gd name="connsiteX1" fmla="*/ 1490472 w 5155615"/>
              <a:gd name="connsiteY1" fmla="*/ 27519 h 2582124"/>
              <a:gd name="connsiteX2" fmla="*/ 2997660 w 5155615"/>
              <a:gd name="connsiteY2" fmla="*/ 398867 h 2582124"/>
              <a:gd name="connsiteX3" fmla="*/ 4699085 w 5155615"/>
              <a:gd name="connsiteY3" fmla="*/ 2088729 h 2582124"/>
              <a:gd name="connsiteX4" fmla="*/ 5155615 w 5155615"/>
              <a:gd name="connsiteY4" fmla="*/ 2582124 h 2582124"/>
              <a:gd name="connsiteX0" fmla="*/ 0 w 5155615"/>
              <a:gd name="connsiteY0" fmla="*/ 45807 h 2582124"/>
              <a:gd name="connsiteX1" fmla="*/ 1490472 w 5155615"/>
              <a:gd name="connsiteY1" fmla="*/ 27519 h 2582124"/>
              <a:gd name="connsiteX2" fmla="*/ 2997660 w 5155615"/>
              <a:gd name="connsiteY2" fmla="*/ 398867 h 2582124"/>
              <a:gd name="connsiteX3" fmla="*/ 4699085 w 5155615"/>
              <a:gd name="connsiteY3" fmla="*/ 2088729 h 2582124"/>
              <a:gd name="connsiteX4" fmla="*/ 5155615 w 5155615"/>
              <a:gd name="connsiteY4" fmla="*/ 2582124 h 2582124"/>
              <a:gd name="connsiteX0" fmla="*/ 0 w 5155615"/>
              <a:gd name="connsiteY0" fmla="*/ 37346 h 2573663"/>
              <a:gd name="connsiteX1" fmla="*/ 1490472 w 5155615"/>
              <a:gd name="connsiteY1" fmla="*/ 19058 h 2573663"/>
              <a:gd name="connsiteX2" fmla="*/ 2997660 w 5155615"/>
              <a:gd name="connsiteY2" fmla="*/ 390406 h 2573663"/>
              <a:gd name="connsiteX3" fmla="*/ 4699085 w 5155615"/>
              <a:gd name="connsiteY3" fmla="*/ 2080268 h 2573663"/>
              <a:gd name="connsiteX4" fmla="*/ 5155615 w 5155615"/>
              <a:gd name="connsiteY4" fmla="*/ 2573663 h 2573663"/>
              <a:gd name="connsiteX0" fmla="*/ 0 w 5155615"/>
              <a:gd name="connsiteY0" fmla="*/ 37346 h 2573663"/>
              <a:gd name="connsiteX1" fmla="*/ 1490472 w 5155615"/>
              <a:gd name="connsiteY1" fmla="*/ 19058 h 2573663"/>
              <a:gd name="connsiteX2" fmla="*/ 2997660 w 5155615"/>
              <a:gd name="connsiteY2" fmla="*/ 390406 h 2573663"/>
              <a:gd name="connsiteX3" fmla="*/ 4699085 w 5155615"/>
              <a:gd name="connsiteY3" fmla="*/ 2080268 h 2573663"/>
              <a:gd name="connsiteX4" fmla="*/ 5155615 w 5155615"/>
              <a:gd name="connsiteY4" fmla="*/ 2573663 h 2573663"/>
              <a:gd name="connsiteX0" fmla="*/ 0 w 5155615"/>
              <a:gd name="connsiteY0" fmla="*/ 37346 h 2573663"/>
              <a:gd name="connsiteX1" fmla="*/ 1490472 w 5155615"/>
              <a:gd name="connsiteY1" fmla="*/ 19058 h 2573663"/>
              <a:gd name="connsiteX2" fmla="*/ 2997660 w 5155615"/>
              <a:gd name="connsiteY2" fmla="*/ 390406 h 2573663"/>
              <a:gd name="connsiteX3" fmla="*/ 4699085 w 5155615"/>
              <a:gd name="connsiteY3" fmla="*/ 2080268 h 2573663"/>
              <a:gd name="connsiteX4" fmla="*/ 5155615 w 5155615"/>
              <a:gd name="connsiteY4" fmla="*/ 2573663 h 2573663"/>
              <a:gd name="connsiteX0" fmla="*/ 0 w 5155615"/>
              <a:gd name="connsiteY0" fmla="*/ 37346 h 2573663"/>
              <a:gd name="connsiteX1" fmla="*/ 1490472 w 5155615"/>
              <a:gd name="connsiteY1" fmla="*/ 19058 h 2573663"/>
              <a:gd name="connsiteX2" fmla="*/ 2997660 w 5155615"/>
              <a:gd name="connsiteY2" fmla="*/ 390406 h 2573663"/>
              <a:gd name="connsiteX3" fmla="*/ 4699085 w 5155615"/>
              <a:gd name="connsiteY3" fmla="*/ 2080268 h 2573663"/>
              <a:gd name="connsiteX4" fmla="*/ 5155615 w 5155615"/>
              <a:gd name="connsiteY4" fmla="*/ 2573663 h 2573663"/>
              <a:gd name="connsiteX0" fmla="*/ 0 w 5155615"/>
              <a:gd name="connsiteY0" fmla="*/ 37346 h 2573663"/>
              <a:gd name="connsiteX1" fmla="*/ 1490472 w 5155615"/>
              <a:gd name="connsiteY1" fmla="*/ 19058 h 2573663"/>
              <a:gd name="connsiteX2" fmla="*/ 2997660 w 5155615"/>
              <a:gd name="connsiteY2" fmla="*/ 390406 h 2573663"/>
              <a:gd name="connsiteX3" fmla="*/ 4699085 w 5155615"/>
              <a:gd name="connsiteY3" fmla="*/ 2080268 h 2573663"/>
              <a:gd name="connsiteX4" fmla="*/ 5155615 w 5155615"/>
              <a:gd name="connsiteY4" fmla="*/ 2573663 h 2573663"/>
              <a:gd name="connsiteX0" fmla="*/ 0 w 5091318"/>
              <a:gd name="connsiteY0" fmla="*/ 37346 h 2573663"/>
              <a:gd name="connsiteX1" fmla="*/ 1490472 w 5091318"/>
              <a:gd name="connsiteY1" fmla="*/ 19058 h 2573663"/>
              <a:gd name="connsiteX2" fmla="*/ 2997660 w 5091318"/>
              <a:gd name="connsiteY2" fmla="*/ 390406 h 2573663"/>
              <a:gd name="connsiteX3" fmla="*/ 4699085 w 5091318"/>
              <a:gd name="connsiteY3" fmla="*/ 2080268 h 2573663"/>
              <a:gd name="connsiteX4" fmla="*/ 5091318 w 5091318"/>
              <a:gd name="connsiteY4" fmla="*/ 2573663 h 2573663"/>
              <a:gd name="connsiteX0" fmla="*/ 0 w 5091318"/>
              <a:gd name="connsiteY0" fmla="*/ 37346 h 2573663"/>
              <a:gd name="connsiteX1" fmla="*/ 1490472 w 5091318"/>
              <a:gd name="connsiteY1" fmla="*/ 19058 h 2573663"/>
              <a:gd name="connsiteX2" fmla="*/ 2997660 w 5091318"/>
              <a:gd name="connsiteY2" fmla="*/ 390406 h 2573663"/>
              <a:gd name="connsiteX3" fmla="*/ 5091318 w 5091318"/>
              <a:gd name="connsiteY3" fmla="*/ 2573663 h 2573663"/>
              <a:gd name="connsiteX0" fmla="*/ 0 w 5091318"/>
              <a:gd name="connsiteY0" fmla="*/ 0 h 2536317"/>
              <a:gd name="connsiteX1" fmla="*/ 2997660 w 5091318"/>
              <a:gd name="connsiteY1" fmla="*/ 353060 h 2536317"/>
              <a:gd name="connsiteX2" fmla="*/ 5091318 w 5091318"/>
              <a:gd name="connsiteY2" fmla="*/ 2536317 h 2536317"/>
              <a:gd name="connsiteX0" fmla="*/ 0 w 5091318"/>
              <a:gd name="connsiteY0" fmla="*/ 20133 h 2556450"/>
              <a:gd name="connsiteX1" fmla="*/ 2997660 w 5091318"/>
              <a:gd name="connsiteY1" fmla="*/ 373193 h 2556450"/>
              <a:gd name="connsiteX2" fmla="*/ 5091318 w 5091318"/>
              <a:gd name="connsiteY2" fmla="*/ 2556450 h 2556450"/>
              <a:gd name="connsiteX0" fmla="*/ 0 w 5091318"/>
              <a:gd name="connsiteY0" fmla="*/ 25824 h 2562141"/>
              <a:gd name="connsiteX1" fmla="*/ 3008376 w 5091318"/>
              <a:gd name="connsiteY1" fmla="*/ 352214 h 2562141"/>
              <a:gd name="connsiteX2" fmla="*/ 5091318 w 5091318"/>
              <a:gd name="connsiteY2" fmla="*/ 2562141 h 2562141"/>
              <a:gd name="connsiteX0" fmla="*/ 0 w 5091318"/>
              <a:gd name="connsiteY0" fmla="*/ 18109 h 2554426"/>
              <a:gd name="connsiteX1" fmla="*/ 2976228 w 5091318"/>
              <a:gd name="connsiteY1" fmla="*/ 382599 h 2554426"/>
              <a:gd name="connsiteX2" fmla="*/ 5091318 w 5091318"/>
              <a:gd name="connsiteY2" fmla="*/ 2554426 h 2554426"/>
              <a:gd name="connsiteX0" fmla="*/ 0 w 5091318"/>
              <a:gd name="connsiteY0" fmla="*/ 14538 h 2550855"/>
              <a:gd name="connsiteX1" fmla="*/ 2976228 w 5091318"/>
              <a:gd name="connsiteY1" fmla="*/ 379028 h 2550855"/>
              <a:gd name="connsiteX2" fmla="*/ 5091318 w 5091318"/>
              <a:gd name="connsiteY2" fmla="*/ 2550855 h 2550855"/>
              <a:gd name="connsiteX0" fmla="*/ 0 w 5091318"/>
              <a:gd name="connsiteY0" fmla="*/ 27253 h 2563570"/>
              <a:gd name="connsiteX1" fmla="*/ 2976228 w 5091318"/>
              <a:gd name="connsiteY1" fmla="*/ 391743 h 2563570"/>
              <a:gd name="connsiteX2" fmla="*/ 5091318 w 5091318"/>
              <a:gd name="connsiteY2" fmla="*/ 2563570 h 2563570"/>
              <a:gd name="connsiteX0" fmla="*/ 0 w 5091318"/>
              <a:gd name="connsiteY0" fmla="*/ 27253 h 2563570"/>
              <a:gd name="connsiteX1" fmla="*/ 2976228 w 5091318"/>
              <a:gd name="connsiteY1" fmla="*/ 391743 h 2563570"/>
              <a:gd name="connsiteX2" fmla="*/ 5091318 w 5091318"/>
              <a:gd name="connsiteY2" fmla="*/ 2563570 h 2563570"/>
              <a:gd name="connsiteX0" fmla="*/ 0 w 5091318"/>
              <a:gd name="connsiteY0" fmla="*/ 18520 h 2554837"/>
              <a:gd name="connsiteX1" fmla="*/ 2976228 w 5091318"/>
              <a:gd name="connsiteY1" fmla="*/ 383010 h 2554837"/>
              <a:gd name="connsiteX2" fmla="*/ 5091318 w 5091318"/>
              <a:gd name="connsiteY2" fmla="*/ 2554837 h 2554837"/>
              <a:gd name="connsiteX0" fmla="*/ 0 w 5091318"/>
              <a:gd name="connsiteY0" fmla="*/ 24237 h 2560554"/>
              <a:gd name="connsiteX1" fmla="*/ 2976228 w 5091318"/>
              <a:gd name="connsiteY1" fmla="*/ 388727 h 2560554"/>
              <a:gd name="connsiteX2" fmla="*/ 5091318 w 5091318"/>
              <a:gd name="connsiteY2" fmla="*/ 2560554 h 2560554"/>
              <a:gd name="connsiteX0" fmla="*/ 0 w 5091318"/>
              <a:gd name="connsiteY0" fmla="*/ 22788 h 2559105"/>
              <a:gd name="connsiteX1" fmla="*/ 2976228 w 5091318"/>
              <a:gd name="connsiteY1" fmla="*/ 387278 h 2559105"/>
              <a:gd name="connsiteX2" fmla="*/ 5091318 w 5091318"/>
              <a:gd name="connsiteY2" fmla="*/ 2559105 h 2559105"/>
              <a:gd name="connsiteX0" fmla="*/ 0 w 4957366"/>
              <a:gd name="connsiteY0" fmla="*/ 36508 h 2580486"/>
              <a:gd name="connsiteX1" fmla="*/ 2976228 w 4957366"/>
              <a:gd name="connsiteY1" fmla="*/ 400998 h 2580486"/>
              <a:gd name="connsiteX2" fmla="*/ 4957366 w 4957366"/>
              <a:gd name="connsiteY2" fmla="*/ 2580486 h 2580486"/>
              <a:gd name="connsiteX0" fmla="*/ 0 w 5021663"/>
              <a:gd name="connsiteY0" fmla="*/ 25875 h 2106348"/>
              <a:gd name="connsiteX1" fmla="*/ 2976228 w 5021663"/>
              <a:gd name="connsiteY1" fmla="*/ 390365 h 2106348"/>
              <a:gd name="connsiteX2" fmla="*/ 5021663 w 5021663"/>
              <a:gd name="connsiteY2" fmla="*/ 2106348 h 2106348"/>
              <a:gd name="connsiteX0" fmla="*/ 0 w 5128825"/>
              <a:gd name="connsiteY0" fmla="*/ 38279 h 2643547"/>
              <a:gd name="connsiteX1" fmla="*/ 2976228 w 5128825"/>
              <a:gd name="connsiteY1" fmla="*/ 402769 h 2643547"/>
              <a:gd name="connsiteX2" fmla="*/ 5128825 w 5128825"/>
              <a:gd name="connsiteY2" fmla="*/ 2643547 h 2643547"/>
              <a:gd name="connsiteX0" fmla="*/ 0 w 5128825"/>
              <a:gd name="connsiteY0" fmla="*/ 38279 h 2643547"/>
              <a:gd name="connsiteX1" fmla="*/ 2976228 w 5128825"/>
              <a:gd name="connsiteY1" fmla="*/ 402769 h 2643547"/>
              <a:gd name="connsiteX2" fmla="*/ 5128825 w 5128825"/>
              <a:gd name="connsiteY2" fmla="*/ 2643547 h 2643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28825" h="2643547">
                <a:moveTo>
                  <a:pt x="0" y="38279"/>
                </a:moveTo>
                <a:cubicBezTo>
                  <a:pt x="2017618" y="-40794"/>
                  <a:pt x="2121424" y="-31442"/>
                  <a:pt x="2976228" y="402769"/>
                </a:cubicBezTo>
                <a:cubicBezTo>
                  <a:pt x="3831032" y="836980"/>
                  <a:pt x="4569410" y="2012495"/>
                  <a:pt x="5128825" y="2643547"/>
                </a:cubicBezTo>
              </a:path>
            </a:pathLst>
          </a:cu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3 Elipse">
            <a:extLst>
              <a:ext uri="{FF2B5EF4-FFF2-40B4-BE49-F238E27FC236}">
                <a16:creationId xmlns:a16="http://schemas.microsoft.com/office/drawing/2014/main" id="{5B564838-9C3C-4DF1-99EC-06BDD079F8B8}"/>
              </a:ext>
            </a:extLst>
          </p:cNvPr>
          <p:cNvSpPr/>
          <p:nvPr/>
        </p:nvSpPr>
        <p:spPr>
          <a:xfrm>
            <a:off x="2824910" y="2752543"/>
            <a:ext cx="210299" cy="23057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4 Elipse">
            <a:extLst>
              <a:ext uri="{FF2B5EF4-FFF2-40B4-BE49-F238E27FC236}">
                <a16:creationId xmlns:a16="http://schemas.microsoft.com/office/drawing/2014/main" id="{CA3F2C4E-329D-475A-BB9C-DF66233E796D}"/>
              </a:ext>
            </a:extLst>
          </p:cNvPr>
          <p:cNvSpPr/>
          <p:nvPr/>
        </p:nvSpPr>
        <p:spPr>
          <a:xfrm>
            <a:off x="2693902" y="4482424"/>
            <a:ext cx="315448" cy="32804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7 CuadroTexto">
            <a:extLst>
              <a:ext uri="{FF2B5EF4-FFF2-40B4-BE49-F238E27FC236}">
                <a16:creationId xmlns:a16="http://schemas.microsoft.com/office/drawing/2014/main" id="{33F0B854-2CFD-42B3-BB0B-B9050C589621}"/>
              </a:ext>
            </a:extLst>
          </p:cNvPr>
          <p:cNvSpPr txBox="1"/>
          <p:nvPr/>
        </p:nvSpPr>
        <p:spPr>
          <a:xfrm>
            <a:off x="1886478" y="2360475"/>
            <a:ext cx="18243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Observable</a:t>
            </a:r>
          </a:p>
        </p:txBody>
      </p:sp>
      <p:sp>
        <p:nvSpPr>
          <p:cNvPr id="62" name="23 Rectángulo">
            <a:extLst>
              <a:ext uri="{FF2B5EF4-FFF2-40B4-BE49-F238E27FC236}">
                <a16:creationId xmlns:a16="http://schemas.microsoft.com/office/drawing/2014/main" id="{49B89884-004B-4317-B6C2-D84455ACBBC6}"/>
              </a:ext>
            </a:extLst>
          </p:cNvPr>
          <p:cNvSpPr/>
          <p:nvPr/>
        </p:nvSpPr>
        <p:spPr>
          <a:xfrm flipH="1">
            <a:off x="3940519" y="2159096"/>
            <a:ext cx="2369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es-P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57 CuadroTexto">
                <a:extLst>
                  <a:ext uri="{FF2B5EF4-FFF2-40B4-BE49-F238E27FC236}">
                    <a16:creationId xmlns:a16="http://schemas.microsoft.com/office/drawing/2014/main" id="{C17BCEDC-BAF7-4EB6-9722-C1066212D4C2}"/>
                  </a:ext>
                </a:extLst>
              </p:cNvPr>
              <p:cNvSpPr txBox="1"/>
              <p:nvPr/>
            </p:nvSpPr>
            <p:spPr>
              <a:xfrm>
                <a:off x="8256240" y="3573016"/>
                <a:ext cx="3152964" cy="984885"/>
              </a:xfrm>
              <a:prstGeom prst="rect">
                <a:avLst/>
              </a:prstGeom>
              <a:solidFill>
                <a:srgbClr val="BDFFF2"/>
              </a:solidFill>
              <a:ln w="50800">
                <a:solidFill>
                  <a:srgbClr val="3E4095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PE" sz="2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ea typeface="Roboto" panose="02000000000000000000" pitchFamily="2" charset="0"/>
                    <a:cs typeface="Arial" panose="020B0604020202020204" pitchFamily="34" charset="0"/>
                  </a:rPr>
                  <a:t>Longitud recorrida :</a:t>
                </a:r>
                <a:endParaRPr lang="es-PE" sz="2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PE" sz="3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Gigi" panose="04040504061007020D02" pitchFamily="82" charset="0"/>
                          <a:cs typeface="Arial" panose="020B0604020202020204" pitchFamily="34" charset="0"/>
                        </a:rPr>
                        <m:t>l</m:t>
                      </m:r>
                      <m:r>
                        <a:rPr lang="es-ES" sz="3400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d>
                        <m:dPr>
                          <m:begChr m:val="|"/>
                          <m:endChr m:val="|"/>
                          <m:ctrlPr>
                            <a:rPr lang="es-ES" sz="34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sz="3400" b="1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acc>
                            <m:accPr>
                              <m:chr m:val="⃗"/>
                              <m:ctrlPr>
                                <a:rPr lang="es-PE" sz="3400" b="1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PE" sz="3400" b="1" i="1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s-PE" sz="3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3" name="57 CuadroTexto">
                <a:extLst>
                  <a:ext uri="{FF2B5EF4-FFF2-40B4-BE49-F238E27FC236}">
                    <a16:creationId xmlns:a16="http://schemas.microsoft.com/office/drawing/2014/main" id="{C17BCEDC-BAF7-4EB6-9722-C1066212D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240" y="3573016"/>
                <a:ext cx="3152964" cy="984885"/>
              </a:xfrm>
              <a:prstGeom prst="rect">
                <a:avLst/>
              </a:prstGeom>
              <a:blipFill>
                <a:blip r:embed="rId2"/>
                <a:stretch>
                  <a:fillRect l="-1141" t="-2353" r="-1901"/>
                </a:stretch>
              </a:blipFill>
              <a:ln w="50800">
                <a:solidFill>
                  <a:srgbClr val="3E4095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7 CuadroTexto">
            <a:extLst>
              <a:ext uri="{FF2B5EF4-FFF2-40B4-BE49-F238E27FC236}">
                <a16:creationId xmlns:a16="http://schemas.microsoft.com/office/drawing/2014/main" id="{51A6A8E6-F9C0-4FF4-90A2-4EC390EF2C61}"/>
              </a:ext>
            </a:extLst>
          </p:cNvPr>
          <p:cNvSpPr txBox="1"/>
          <p:nvPr/>
        </p:nvSpPr>
        <p:spPr>
          <a:xfrm>
            <a:off x="1338358" y="1160454"/>
            <a:ext cx="10746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sz="2400" b="1" dirty="0">
                <a:solidFill>
                  <a:srgbClr val="76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Escalar que mide la longitud de la trayectoria, en un intervalo de tiempo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ángulo 64">
                <a:extLst>
                  <a:ext uri="{FF2B5EF4-FFF2-40B4-BE49-F238E27FC236}">
                    <a16:creationId xmlns:a16="http://schemas.microsoft.com/office/drawing/2014/main" id="{7ECDE3D4-2911-473C-8AAB-BBB2F93D56C7}"/>
                  </a:ext>
                </a:extLst>
              </p:cNvPr>
              <p:cNvSpPr/>
              <p:nvPr/>
            </p:nvSpPr>
            <p:spPr>
              <a:xfrm>
                <a:off x="4329687" y="2216003"/>
                <a:ext cx="47419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3600" b="1" i="1" smtClean="0">
                              <a:solidFill>
                                <a:srgbClr val="3333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3600" b="1" i="1">
                              <a:solidFill>
                                <a:srgbClr val="3333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s-ES" sz="3600" b="1" i="1" smtClean="0">
                              <a:solidFill>
                                <a:srgbClr val="3333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5" name="Rectángulo 64">
                <a:extLst>
                  <a:ext uri="{FF2B5EF4-FFF2-40B4-BE49-F238E27FC236}">
                    <a16:creationId xmlns:a16="http://schemas.microsoft.com/office/drawing/2014/main" id="{7ECDE3D4-2911-473C-8AAB-BBB2F93D56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9687" y="2216003"/>
                <a:ext cx="474195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ángulo 65">
                <a:extLst>
                  <a:ext uri="{FF2B5EF4-FFF2-40B4-BE49-F238E27FC236}">
                    <a16:creationId xmlns:a16="http://schemas.microsoft.com/office/drawing/2014/main" id="{905CA4FC-71C6-4F47-8793-C9F051E5B64B}"/>
                  </a:ext>
                </a:extLst>
              </p:cNvPr>
              <p:cNvSpPr/>
              <p:nvPr/>
            </p:nvSpPr>
            <p:spPr>
              <a:xfrm>
                <a:off x="6374573" y="5570445"/>
                <a:ext cx="1560714" cy="6988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3600" b="1" i="1" smtClean="0">
                              <a:solidFill>
                                <a:srgbClr val="3333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3600" b="1" i="1">
                              <a:solidFill>
                                <a:srgbClr val="3333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s-ES" sz="3600" b="1" i="1" smtClean="0">
                              <a:solidFill>
                                <a:srgbClr val="3333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s-ES" sz="3600" b="1" i="1">
                          <a:solidFill>
                            <a:srgbClr val="3333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s-ES" sz="3600" b="1" i="1">
                              <a:solidFill>
                                <a:srgbClr val="3333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3600" b="1" i="1">
                              <a:solidFill>
                                <a:srgbClr val="3333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s-ES" sz="3600" b="1" i="1">
                              <a:solidFill>
                                <a:srgbClr val="3333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6" name="Rectángulo 65">
                <a:extLst>
                  <a:ext uri="{FF2B5EF4-FFF2-40B4-BE49-F238E27FC236}">
                    <a16:creationId xmlns:a16="http://schemas.microsoft.com/office/drawing/2014/main" id="{905CA4FC-71C6-4F47-8793-C9F051E5B6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4573" y="5570445"/>
                <a:ext cx="1560714" cy="6988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ángulo 67">
                <a:extLst>
                  <a:ext uri="{FF2B5EF4-FFF2-40B4-BE49-F238E27FC236}">
                    <a16:creationId xmlns:a16="http://schemas.microsoft.com/office/drawing/2014/main" id="{94AA0D88-C300-4018-A215-C3EBC4FA519B}"/>
                  </a:ext>
                </a:extLst>
              </p:cNvPr>
              <p:cNvSpPr/>
              <p:nvPr/>
            </p:nvSpPr>
            <p:spPr>
              <a:xfrm>
                <a:off x="3366568" y="3097750"/>
                <a:ext cx="34430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3600" b="1" i="1" smtClean="0">
                              <a:solidFill>
                                <a:srgbClr val="00B05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s-PE" sz="3600" b="1" i="1">
                                  <a:solidFill>
                                    <a:srgbClr val="00B05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PE" sz="3600" b="1" i="1">
                                  <a:solidFill>
                                    <a:srgbClr val="00B05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s-ES" sz="3600" b="1" i="1" smtClean="0">
                              <a:solidFill>
                                <a:srgbClr val="00B05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8" name="Rectángulo 67">
                <a:extLst>
                  <a:ext uri="{FF2B5EF4-FFF2-40B4-BE49-F238E27FC236}">
                    <a16:creationId xmlns:a16="http://schemas.microsoft.com/office/drawing/2014/main" id="{94AA0D88-C300-4018-A215-C3EBC4FA51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6568" y="3097750"/>
                <a:ext cx="344305" cy="646331"/>
              </a:xfrm>
              <a:prstGeom prst="rect">
                <a:avLst/>
              </a:prstGeom>
              <a:blipFill>
                <a:blip r:embed="rId5"/>
                <a:stretch>
                  <a:fillRect r="-4210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ángulo 68">
                <a:extLst>
                  <a:ext uri="{FF2B5EF4-FFF2-40B4-BE49-F238E27FC236}">
                    <a16:creationId xmlns:a16="http://schemas.microsoft.com/office/drawing/2014/main" id="{A52733A8-DCE1-4984-9415-66FEC2E2148A}"/>
                  </a:ext>
                </a:extLst>
              </p:cNvPr>
              <p:cNvSpPr/>
              <p:nvPr/>
            </p:nvSpPr>
            <p:spPr>
              <a:xfrm>
                <a:off x="4513122" y="4297025"/>
                <a:ext cx="344305" cy="6988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3600" b="1" i="1" smtClean="0">
                              <a:solidFill>
                                <a:srgbClr val="00B05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s-PE" sz="3600" b="1" i="1">
                                  <a:solidFill>
                                    <a:srgbClr val="00B05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PE" sz="3600" b="1" i="1">
                                  <a:solidFill>
                                    <a:srgbClr val="00B05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r>
                            <a:rPr lang="es-ES" sz="3600" b="1" i="1" smtClean="0">
                              <a:solidFill>
                                <a:srgbClr val="00B05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</m:oMath>
                  </m:oMathPara>
                </a14:m>
                <a:endParaRPr lang="en-US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9" name="Rectángulo 68">
                <a:extLst>
                  <a:ext uri="{FF2B5EF4-FFF2-40B4-BE49-F238E27FC236}">
                    <a16:creationId xmlns:a16="http://schemas.microsoft.com/office/drawing/2014/main" id="{A52733A8-DCE1-4984-9415-66FEC2E214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3122" y="4297025"/>
                <a:ext cx="344305" cy="698846"/>
              </a:xfrm>
              <a:prstGeom prst="rect">
                <a:avLst/>
              </a:prstGeom>
              <a:blipFill>
                <a:blip r:embed="rId6"/>
                <a:stretch>
                  <a:fillRect r="-6315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48 CuadroTexto">
            <a:extLst>
              <a:ext uri="{FF2B5EF4-FFF2-40B4-BE49-F238E27FC236}">
                <a16:creationId xmlns:a16="http://schemas.microsoft.com/office/drawing/2014/main" id="{6802307F-679B-4D09-BAA1-99D31E02AE44}"/>
              </a:ext>
            </a:extLst>
          </p:cNvPr>
          <p:cNvSpPr txBox="1"/>
          <p:nvPr/>
        </p:nvSpPr>
        <p:spPr>
          <a:xfrm>
            <a:off x="3818196" y="484779"/>
            <a:ext cx="5255991" cy="4616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s-PE"/>
            </a:defPPr>
            <a:lvl1pPr algn="ctr">
              <a:spcBef>
                <a:spcPct val="0"/>
              </a:spcBef>
              <a:buNone/>
              <a:defRPr sz="4500" b="1">
                <a:solidFill>
                  <a:srgbClr val="A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ubblegum Sans" panose="02000506000000020004" pitchFamily="2" charset="0"/>
                <a:ea typeface="+mj-ea"/>
                <a:cs typeface="+mj-cs"/>
              </a:defRPr>
            </a:lvl1pPr>
          </a:lstStyle>
          <a:p>
            <a:r>
              <a:rPr lang="es-PE" sz="3400" dirty="0">
                <a:latin typeface="Arial" panose="020B0604020202020204" pitchFamily="34" charset="0"/>
                <a:cs typeface="Arial" panose="020B0604020202020204" pitchFamily="34" charset="0"/>
              </a:rPr>
              <a:t>LONGITUD RECORRIDA</a:t>
            </a:r>
          </a:p>
        </p:txBody>
      </p:sp>
      <p:sp>
        <p:nvSpPr>
          <p:cNvPr id="71" name="52 Elipse">
            <a:extLst>
              <a:ext uri="{FF2B5EF4-FFF2-40B4-BE49-F238E27FC236}">
                <a16:creationId xmlns:a16="http://schemas.microsoft.com/office/drawing/2014/main" id="{2308A6A0-0F1B-432D-8489-F801A2A2E4F7}"/>
              </a:ext>
            </a:extLst>
          </p:cNvPr>
          <p:cNvSpPr/>
          <p:nvPr/>
        </p:nvSpPr>
        <p:spPr>
          <a:xfrm>
            <a:off x="4709738" y="2870228"/>
            <a:ext cx="210299" cy="22752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43 Elipse">
            <a:extLst>
              <a:ext uri="{FF2B5EF4-FFF2-40B4-BE49-F238E27FC236}">
                <a16:creationId xmlns:a16="http://schemas.microsoft.com/office/drawing/2014/main" id="{7AEB3E77-9DB4-43D1-9D57-0E6B2E3909C7}"/>
              </a:ext>
            </a:extLst>
          </p:cNvPr>
          <p:cNvSpPr/>
          <p:nvPr/>
        </p:nvSpPr>
        <p:spPr>
          <a:xfrm>
            <a:off x="6561668" y="5365666"/>
            <a:ext cx="210299" cy="22098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3" name="13 Conector recto de flecha">
            <a:extLst>
              <a:ext uri="{FF2B5EF4-FFF2-40B4-BE49-F238E27FC236}">
                <a16:creationId xmlns:a16="http://schemas.microsoft.com/office/drawing/2014/main" id="{CDA7B5C6-2AD7-4241-8335-1F147274D8DF}"/>
              </a:ext>
            </a:extLst>
          </p:cNvPr>
          <p:cNvCxnSpPr>
            <a:cxnSpLocks/>
          </p:cNvCxnSpPr>
          <p:nvPr/>
        </p:nvCxnSpPr>
        <p:spPr>
          <a:xfrm flipV="1">
            <a:off x="2851626" y="2983121"/>
            <a:ext cx="1960399" cy="1663327"/>
          </a:xfrm>
          <a:prstGeom prst="straightConnector1">
            <a:avLst/>
          </a:prstGeom>
          <a:ln w="63500">
            <a:solidFill>
              <a:srgbClr val="00B05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10 Conector recto de flecha">
            <a:extLst>
              <a:ext uri="{FF2B5EF4-FFF2-40B4-BE49-F238E27FC236}">
                <a16:creationId xmlns:a16="http://schemas.microsoft.com/office/drawing/2014/main" id="{27D4E7FA-4F2A-4304-93D0-26AECB5A7ADE}"/>
              </a:ext>
            </a:extLst>
          </p:cNvPr>
          <p:cNvCxnSpPr>
            <a:cxnSpLocks/>
          </p:cNvCxnSpPr>
          <p:nvPr/>
        </p:nvCxnSpPr>
        <p:spPr>
          <a:xfrm>
            <a:off x="2851626" y="4671291"/>
            <a:ext cx="3813746" cy="812984"/>
          </a:xfrm>
          <a:prstGeom prst="straightConnector1">
            <a:avLst/>
          </a:prstGeom>
          <a:ln w="63500">
            <a:solidFill>
              <a:srgbClr val="00B05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5 CuadroTexto">
            <a:extLst>
              <a:ext uri="{FF2B5EF4-FFF2-40B4-BE49-F238E27FC236}">
                <a16:creationId xmlns:a16="http://schemas.microsoft.com/office/drawing/2014/main" id="{5B7FEC35-848E-4CCF-A740-2EC0A03C688E}"/>
              </a:ext>
            </a:extLst>
          </p:cNvPr>
          <p:cNvSpPr txBox="1"/>
          <p:nvPr/>
        </p:nvSpPr>
        <p:spPr>
          <a:xfrm>
            <a:off x="1638864" y="4878273"/>
            <a:ext cx="17384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>
              <a:defRPr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Observador</a:t>
            </a:r>
          </a:p>
        </p:txBody>
      </p:sp>
      <p:grpSp>
        <p:nvGrpSpPr>
          <p:cNvPr id="77" name="55 Grupo">
            <a:extLst>
              <a:ext uri="{FF2B5EF4-FFF2-40B4-BE49-F238E27FC236}">
                <a16:creationId xmlns:a16="http://schemas.microsoft.com/office/drawing/2014/main" id="{8177A09F-5F3E-4F6E-B3B9-5D2CF74A2D31}"/>
              </a:ext>
            </a:extLst>
          </p:cNvPr>
          <p:cNvGrpSpPr/>
          <p:nvPr/>
        </p:nvGrpSpPr>
        <p:grpSpPr>
          <a:xfrm>
            <a:off x="5017769" y="2838708"/>
            <a:ext cx="1738408" cy="2317713"/>
            <a:chOff x="3792186" y="1655538"/>
            <a:chExt cx="2741459" cy="2059998"/>
          </a:xfrm>
        </p:grpSpPr>
        <p:sp>
          <p:nvSpPr>
            <p:cNvPr id="78" name="53 Forma libre">
              <a:extLst>
                <a:ext uri="{FF2B5EF4-FFF2-40B4-BE49-F238E27FC236}">
                  <a16:creationId xmlns:a16="http://schemas.microsoft.com/office/drawing/2014/main" id="{9EE04922-8574-4352-8247-EF3792FDD9FB}"/>
                </a:ext>
              </a:extLst>
            </p:cNvPr>
            <p:cNvSpPr/>
            <p:nvPr/>
          </p:nvSpPr>
          <p:spPr>
            <a:xfrm>
              <a:off x="3792186" y="1655538"/>
              <a:ext cx="2741459" cy="2059998"/>
            </a:xfrm>
            <a:custGeom>
              <a:avLst/>
              <a:gdLst>
                <a:gd name="connsiteX0" fmla="*/ 0 w 2761488"/>
                <a:gd name="connsiteY0" fmla="*/ 0 h 2084832"/>
                <a:gd name="connsiteX1" fmla="*/ 1353312 w 2761488"/>
                <a:gd name="connsiteY1" fmla="*/ 484632 h 2084832"/>
                <a:gd name="connsiteX2" fmla="*/ 2761488 w 2761488"/>
                <a:gd name="connsiteY2" fmla="*/ 2084832 h 2084832"/>
                <a:gd name="connsiteX0" fmla="*/ 0 w 2761488"/>
                <a:gd name="connsiteY0" fmla="*/ 0 h 2084832"/>
                <a:gd name="connsiteX1" fmla="*/ 1689780 w 2761488"/>
                <a:gd name="connsiteY1" fmla="*/ 918085 h 2084832"/>
                <a:gd name="connsiteX2" fmla="*/ 2761488 w 2761488"/>
                <a:gd name="connsiteY2" fmla="*/ 2084832 h 2084832"/>
                <a:gd name="connsiteX0" fmla="*/ 0 w 2761488"/>
                <a:gd name="connsiteY0" fmla="*/ 0 h 2084832"/>
                <a:gd name="connsiteX1" fmla="*/ 1497513 w 2761488"/>
                <a:gd name="connsiteY1" fmla="*/ 954206 h 2084832"/>
                <a:gd name="connsiteX2" fmla="*/ 2761488 w 2761488"/>
                <a:gd name="connsiteY2" fmla="*/ 2084832 h 2084832"/>
                <a:gd name="connsiteX0" fmla="*/ 0 w 2761488"/>
                <a:gd name="connsiteY0" fmla="*/ 0 h 2084832"/>
                <a:gd name="connsiteX1" fmla="*/ 1497513 w 2761488"/>
                <a:gd name="connsiteY1" fmla="*/ 954206 h 2084832"/>
                <a:gd name="connsiteX2" fmla="*/ 2761488 w 2761488"/>
                <a:gd name="connsiteY2" fmla="*/ 2084832 h 2084832"/>
                <a:gd name="connsiteX0" fmla="*/ 0 w 2761488"/>
                <a:gd name="connsiteY0" fmla="*/ 0 h 2084832"/>
                <a:gd name="connsiteX1" fmla="*/ 1497513 w 2761488"/>
                <a:gd name="connsiteY1" fmla="*/ 954206 h 2084832"/>
                <a:gd name="connsiteX2" fmla="*/ 2761488 w 2761488"/>
                <a:gd name="connsiteY2" fmla="*/ 2084832 h 2084832"/>
                <a:gd name="connsiteX0" fmla="*/ 0 w 2761488"/>
                <a:gd name="connsiteY0" fmla="*/ 0 h 2084832"/>
                <a:gd name="connsiteX1" fmla="*/ 1497513 w 2761488"/>
                <a:gd name="connsiteY1" fmla="*/ 954206 h 2084832"/>
                <a:gd name="connsiteX2" fmla="*/ 2761488 w 2761488"/>
                <a:gd name="connsiteY2" fmla="*/ 2084832 h 2084832"/>
                <a:gd name="connsiteX0" fmla="*/ 0 w 2761488"/>
                <a:gd name="connsiteY0" fmla="*/ 0 h 2084832"/>
                <a:gd name="connsiteX1" fmla="*/ 1577624 w 2761488"/>
                <a:gd name="connsiteY1" fmla="*/ 927116 h 2084832"/>
                <a:gd name="connsiteX2" fmla="*/ 2761488 w 2761488"/>
                <a:gd name="connsiteY2" fmla="*/ 2084832 h 2084832"/>
                <a:gd name="connsiteX0" fmla="*/ 0 w 2761488"/>
                <a:gd name="connsiteY0" fmla="*/ 0 h 2084832"/>
                <a:gd name="connsiteX1" fmla="*/ 1657735 w 2761488"/>
                <a:gd name="connsiteY1" fmla="*/ 909055 h 2084832"/>
                <a:gd name="connsiteX2" fmla="*/ 2761488 w 2761488"/>
                <a:gd name="connsiteY2" fmla="*/ 2084832 h 2084832"/>
                <a:gd name="connsiteX0" fmla="*/ 0 w 2761488"/>
                <a:gd name="connsiteY0" fmla="*/ 0 h 2084832"/>
                <a:gd name="connsiteX1" fmla="*/ 1625691 w 2761488"/>
                <a:gd name="connsiteY1" fmla="*/ 936146 h 2084832"/>
                <a:gd name="connsiteX2" fmla="*/ 2761488 w 2761488"/>
                <a:gd name="connsiteY2" fmla="*/ 2084832 h 2084832"/>
                <a:gd name="connsiteX0" fmla="*/ 0 w 2761488"/>
                <a:gd name="connsiteY0" fmla="*/ 0 h 2084832"/>
                <a:gd name="connsiteX1" fmla="*/ 2761488 w 2761488"/>
                <a:gd name="connsiteY1" fmla="*/ 2084832 h 2084832"/>
                <a:gd name="connsiteX0" fmla="*/ 0 w 2761488"/>
                <a:gd name="connsiteY0" fmla="*/ 0 h 2084832"/>
                <a:gd name="connsiteX1" fmla="*/ 2761488 w 2761488"/>
                <a:gd name="connsiteY1" fmla="*/ 2084832 h 2084832"/>
                <a:gd name="connsiteX0" fmla="*/ 0 w 2761488"/>
                <a:gd name="connsiteY0" fmla="*/ 0 h 2084832"/>
                <a:gd name="connsiteX1" fmla="*/ 2761488 w 2761488"/>
                <a:gd name="connsiteY1" fmla="*/ 2084832 h 2084832"/>
                <a:gd name="connsiteX0" fmla="*/ 0 w 2761488"/>
                <a:gd name="connsiteY0" fmla="*/ 0 h 2084832"/>
                <a:gd name="connsiteX1" fmla="*/ 2761488 w 2761488"/>
                <a:gd name="connsiteY1" fmla="*/ 2084832 h 2084832"/>
                <a:gd name="connsiteX0" fmla="*/ 0 w 2761488"/>
                <a:gd name="connsiteY0" fmla="*/ 0 h 2084832"/>
                <a:gd name="connsiteX1" fmla="*/ 2761488 w 2761488"/>
                <a:gd name="connsiteY1" fmla="*/ 2084832 h 2084832"/>
                <a:gd name="connsiteX0" fmla="*/ 0 w 2761488"/>
                <a:gd name="connsiteY0" fmla="*/ 0 h 2084832"/>
                <a:gd name="connsiteX1" fmla="*/ 2761488 w 2761488"/>
                <a:gd name="connsiteY1" fmla="*/ 2084832 h 2084832"/>
                <a:gd name="connsiteX0" fmla="*/ 0 w 2761488"/>
                <a:gd name="connsiteY0" fmla="*/ 0 h 2084832"/>
                <a:gd name="connsiteX1" fmla="*/ 2761488 w 2761488"/>
                <a:gd name="connsiteY1" fmla="*/ 2084832 h 2084832"/>
                <a:gd name="connsiteX0" fmla="*/ 0 w 2761488"/>
                <a:gd name="connsiteY0" fmla="*/ 0 h 2084832"/>
                <a:gd name="connsiteX1" fmla="*/ 2761488 w 2761488"/>
                <a:gd name="connsiteY1" fmla="*/ 2084832 h 2084832"/>
                <a:gd name="connsiteX0" fmla="*/ 0 w 2757482"/>
                <a:gd name="connsiteY0" fmla="*/ 0 h 2066771"/>
                <a:gd name="connsiteX1" fmla="*/ 2757482 w 2757482"/>
                <a:gd name="connsiteY1" fmla="*/ 2066771 h 2066771"/>
                <a:gd name="connsiteX0" fmla="*/ 0 w 2757482"/>
                <a:gd name="connsiteY0" fmla="*/ 0 h 2066771"/>
                <a:gd name="connsiteX1" fmla="*/ 2757482 w 2757482"/>
                <a:gd name="connsiteY1" fmla="*/ 2066771 h 2066771"/>
                <a:gd name="connsiteX0" fmla="*/ 0 w 2773504"/>
                <a:gd name="connsiteY0" fmla="*/ 0 h 2059998"/>
                <a:gd name="connsiteX1" fmla="*/ 2773504 w 2773504"/>
                <a:gd name="connsiteY1" fmla="*/ 2059998 h 2059998"/>
                <a:gd name="connsiteX0" fmla="*/ 0 w 2773504"/>
                <a:gd name="connsiteY0" fmla="*/ 0 h 2059998"/>
                <a:gd name="connsiteX1" fmla="*/ 2773504 w 2773504"/>
                <a:gd name="connsiteY1" fmla="*/ 2059998 h 2059998"/>
                <a:gd name="connsiteX0" fmla="*/ 0 w 2773504"/>
                <a:gd name="connsiteY0" fmla="*/ 0 h 2059998"/>
                <a:gd name="connsiteX1" fmla="*/ 2773504 w 2773504"/>
                <a:gd name="connsiteY1" fmla="*/ 2059998 h 2059998"/>
                <a:gd name="connsiteX0" fmla="*/ 0 w 2773504"/>
                <a:gd name="connsiteY0" fmla="*/ 0 h 2059998"/>
                <a:gd name="connsiteX1" fmla="*/ 2773504 w 2773504"/>
                <a:gd name="connsiteY1" fmla="*/ 2059998 h 2059998"/>
                <a:gd name="connsiteX0" fmla="*/ 0 w 2773504"/>
                <a:gd name="connsiteY0" fmla="*/ 0 h 2059998"/>
                <a:gd name="connsiteX1" fmla="*/ 2773504 w 2773504"/>
                <a:gd name="connsiteY1" fmla="*/ 2059998 h 2059998"/>
                <a:gd name="connsiteX0" fmla="*/ 0 w 2773504"/>
                <a:gd name="connsiteY0" fmla="*/ 0 h 2059998"/>
                <a:gd name="connsiteX1" fmla="*/ 2773504 w 2773504"/>
                <a:gd name="connsiteY1" fmla="*/ 2059998 h 2059998"/>
                <a:gd name="connsiteX0" fmla="*/ 0 w 2773504"/>
                <a:gd name="connsiteY0" fmla="*/ 0 h 2059998"/>
                <a:gd name="connsiteX1" fmla="*/ 2773504 w 2773504"/>
                <a:gd name="connsiteY1" fmla="*/ 2059998 h 2059998"/>
                <a:gd name="connsiteX0" fmla="*/ 0 w 2773504"/>
                <a:gd name="connsiteY0" fmla="*/ 0 h 2059998"/>
                <a:gd name="connsiteX1" fmla="*/ 2773504 w 2773504"/>
                <a:gd name="connsiteY1" fmla="*/ 2059998 h 2059998"/>
                <a:gd name="connsiteX0" fmla="*/ 0 w 2773504"/>
                <a:gd name="connsiteY0" fmla="*/ 0 h 2059998"/>
                <a:gd name="connsiteX1" fmla="*/ 2773504 w 2773504"/>
                <a:gd name="connsiteY1" fmla="*/ 2059998 h 2059998"/>
                <a:gd name="connsiteX0" fmla="*/ 0 w 2773504"/>
                <a:gd name="connsiteY0" fmla="*/ 0 h 2059998"/>
                <a:gd name="connsiteX1" fmla="*/ 2773504 w 2773504"/>
                <a:gd name="connsiteY1" fmla="*/ 2059998 h 2059998"/>
                <a:gd name="connsiteX0" fmla="*/ 0 w 2773504"/>
                <a:gd name="connsiteY0" fmla="*/ 0 h 2059998"/>
                <a:gd name="connsiteX1" fmla="*/ 1461554 w 2773504"/>
                <a:gd name="connsiteY1" fmla="*/ 814882 h 2059998"/>
                <a:gd name="connsiteX2" fmla="*/ 2773504 w 2773504"/>
                <a:gd name="connsiteY2" fmla="*/ 2059998 h 2059998"/>
                <a:gd name="connsiteX0" fmla="*/ 0 w 2773504"/>
                <a:gd name="connsiteY0" fmla="*/ 0 h 2059998"/>
                <a:gd name="connsiteX1" fmla="*/ 1461554 w 2773504"/>
                <a:gd name="connsiteY1" fmla="*/ 814882 h 2059998"/>
                <a:gd name="connsiteX2" fmla="*/ 2773504 w 2773504"/>
                <a:gd name="connsiteY2" fmla="*/ 2059998 h 2059998"/>
                <a:gd name="connsiteX0" fmla="*/ 0 w 2773504"/>
                <a:gd name="connsiteY0" fmla="*/ 0 h 2059998"/>
                <a:gd name="connsiteX1" fmla="*/ 1461554 w 2773504"/>
                <a:gd name="connsiteY1" fmla="*/ 814882 h 2059998"/>
                <a:gd name="connsiteX2" fmla="*/ 2773504 w 2773504"/>
                <a:gd name="connsiteY2" fmla="*/ 2059998 h 2059998"/>
                <a:gd name="connsiteX0" fmla="*/ 0 w 2773504"/>
                <a:gd name="connsiteY0" fmla="*/ 0 h 2059998"/>
                <a:gd name="connsiteX1" fmla="*/ 1461554 w 2773504"/>
                <a:gd name="connsiteY1" fmla="*/ 814882 h 2059998"/>
                <a:gd name="connsiteX2" fmla="*/ 2773504 w 2773504"/>
                <a:gd name="connsiteY2" fmla="*/ 2059998 h 2059998"/>
                <a:gd name="connsiteX0" fmla="*/ 0 w 2773504"/>
                <a:gd name="connsiteY0" fmla="*/ 0 h 2059998"/>
                <a:gd name="connsiteX1" fmla="*/ 1461554 w 2773504"/>
                <a:gd name="connsiteY1" fmla="*/ 814882 h 2059998"/>
                <a:gd name="connsiteX2" fmla="*/ 2773504 w 2773504"/>
                <a:gd name="connsiteY2" fmla="*/ 2059998 h 2059998"/>
                <a:gd name="connsiteX0" fmla="*/ 0 w 2741459"/>
                <a:gd name="connsiteY0" fmla="*/ 0 h 2059998"/>
                <a:gd name="connsiteX1" fmla="*/ 1461554 w 2741459"/>
                <a:gd name="connsiteY1" fmla="*/ 814882 h 2059998"/>
                <a:gd name="connsiteX2" fmla="*/ 2741459 w 2741459"/>
                <a:gd name="connsiteY2" fmla="*/ 2059998 h 2059998"/>
                <a:gd name="connsiteX0" fmla="*/ 0 w 2741459"/>
                <a:gd name="connsiteY0" fmla="*/ 0 h 2059998"/>
                <a:gd name="connsiteX1" fmla="*/ 1461554 w 2741459"/>
                <a:gd name="connsiteY1" fmla="*/ 814882 h 2059998"/>
                <a:gd name="connsiteX2" fmla="*/ 2741459 w 2741459"/>
                <a:gd name="connsiteY2" fmla="*/ 2059998 h 2059998"/>
                <a:gd name="connsiteX0" fmla="*/ 0 w 2741459"/>
                <a:gd name="connsiteY0" fmla="*/ 0 h 2059998"/>
                <a:gd name="connsiteX1" fmla="*/ 1437520 w 2741459"/>
                <a:gd name="connsiteY1" fmla="*/ 814882 h 2059998"/>
                <a:gd name="connsiteX2" fmla="*/ 2741459 w 2741459"/>
                <a:gd name="connsiteY2" fmla="*/ 2059998 h 2059998"/>
                <a:gd name="connsiteX0" fmla="*/ 0 w 2741459"/>
                <a:gd name="connsiteY0" fmla="*/ 0 h 2059998"/>
                <a:gd name="connsiteX1" fmla="*/ 1441525 w 2741459"/>
                <a:gd name="connsiteY1" fmla="*/ 814882 h 2059998"/>
                <a:gd name="connsiteX2" fmla="*/ 2741459 w 2741459"/>
                <a:gd name="connsiteY2" fmla="*/ 2059998 h 2059998"/>
                <a:gd name="connsiteX0" fmla="*/ 0 w 2741459"/>
                <a:gd name="connsiteY0" fmla="*/ 0 h 2059998"/>
                <a:gd name="connsiteX1" fmla="*/ 1449537 w 2741459"/>
                <a:gd name="connsiteY1" fmla="*/ 817139 h 2059998"/>
                <a:gd name="connsiteX2" fmla="*/ 2741459 w 2741459"/>
                <a:gd name="connsiteY2" fmla="*/ 2059998 h 20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41459" h="2059998">
                  <a:moveTo>
                    <a:pt x="0" y="0"/>
                  </a:moveTo>
                  <a:cubicBezTo>
                    <a:pt x="248266" y="142586"/>
                    <a:pt x="674559" y="185135"/>
                    <a:pt x="1449537" y="817139"/>
                  </a:cubicBezTo>
                  <a:cubicBezTo>
                    <a:pt x="1929898" y="1220959"/>
                    <a:pt x="2029252" y="1337964"/>
                    <a:pt x="2741459" y="2059998"/>
                  </a:cubicBezTo>
                </a:path>
              </a:pathLst>
            </a:custGeom>
            <a:ln w="44450">
              <a:solidFill>
                <a:schemeClr val="tx1"/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P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54 Rectángulo">
              <a:extLst>
                <a:ext uri="{FF2B5EF4-FFF2-40B4-BE49-F238E27FC236}">
                  <a16:creationId xmlns:a16="http://schemas.microsoft.com/office/drawing/2014/main" id="{0CEE86CF-6643-441C-9BA6-D701ECBADF4A}"/>
                </a:ext>
              </a:extLst>
            </p:cNvPr>
            <p:cNvSpPr/>
            <p:nvPr/>
          </p:nvSpPr>
          <p:spPr>
            <a:xfrm>
              <a:off x="5624081" y="2085873"/>
              <a:ext cx="568948" cy="5744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PE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gi" panose="04040504061007020D02" pitchFamily="82" charset="0"/>
                  <a:cs typeface="Arial" panose="020B0604020202020204" pitchFamily="34" charset="0"/>
                </a:rPr>
                <a:t>l</a:t>
              </a:r>
              <a:endParaRPr lang="es-PE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gi" panose="04040504061007020D02" pitchFamily="82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5323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4.44444E-6 C 0.06159 -0.00857 0.12331 -0.0169 0.17448 0.04652 C 0.22553 0.10995 0.28412 0.32546 0.30638 0.38125 " pathEditMode="relative" rAng="0" ptsTypes="AAA">
                                      <p:cBhvr>
                                        <p:cTn id="36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313" y="18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6" grpId="1" animBg="1"/>
      <p:bldP spid="57" grpId="0" animBg="1"/>
      <p:bldP spid="60" grpId="0"/>
      <p:bldP spid="63" grpId="0" animBg="1"/>
      <p:bldP spid="64" grpId="0"/>
      <p:bldP spid="65" grpId="0"/>
      <p:bldP spid="66" grpId="0"/>
      <p:bldP spid="68" grpId="0"/>
      <p:bldP spid="69" grpId="0"/>
      <p:bldP spid="70" grpId="0"/>
      <p:bldP spid="71" grpId="0" animBg="1"/>
      <p:bldP spid="72" grpId="0" animBg="1"/>
      <p:bldP spid="76" grpId="0"/>
    </p:bldLst>
  </p:timing>
</p:sld>
</file>

<file path=ppt/theme/theme1.xml><?xml version="1.0" encoding="utf-8"?>
<a:theme xmlns:a="http://schemas.openxmlformats.org/drawingml/2006/main" name="4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4983</TotalTime>
  <Words>226</Words>
  <Application>Microsoft Office PowerPoint</Application>
  <PresentationFormat>Panorámica</PresentationFormat>
  <Paragraphs>60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7</vt:i4>
      </vt:variant>
    </vt:vector>
  </HeadingPairs>
  <TitlesOfParts>
    <vt:vector size="16" baseType="lpstr">
      <vt:lpstr>Arial</vt:lpstr>
      <vt:lpstr>Bauhaus 93</vt:lpstr>
      <vt:lpstr>Calibri</vt:lpstr>
      <vt:lpstr>Calibri Light</vt:lpstr>
      <vt:lpstr>Cambria Math</vt:lpstr>
      <vt:lpstr>Gigi</vt:lpstr>
      <vt:lpstr>Roboto</vt:lpstr>
      <vt:lpstr>4_Tema de Office</vt:lpstr>
      <vt:lpstr>Tema de Office</vt:lpstr>
      <vt:lpstr>Presentación de PowerPoint</vt:lpstr>
      <vt:lpstr>CINEMÁTICA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FUNCIONES Y GRÁFICAS</dc:title>
  <dc:creator>JESLIZ</dc:creator>
  <cp:lastModifiedBy>user</cp:lastModifiedBy>
  <cp:revision>178</cp:revision>
  <dcterms:created xsi:type="dcterms:W3CDTF">2017-09-02T22:36:00Z</dcterms:created>
  <dcterms:modified xsi:type="dcterms:W3CDTF">2026-03-07T22:08:16Z</dcterms:modified>
</cp:coreProperties>
</file>